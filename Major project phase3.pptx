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8.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953" r:id="rId5"/>
    <p:sldMasterId id="2147483954" r:id="rId6"/>
    <p:sldMasterId id="2147483961" r:id="rId7"/>
    <p:sldMasterId id="2147483963" r:id="rId8"/>
    <p:sldMasterId id="2147483956" r:id="rId9"/>
    <p:sldMasterId id="2147483958" r:id="rId10"/>
    <p:sldMasterId id="2147483955" r:id="rId11"/>
    <p:sldMasterId id="2147483973" r:id="rId12"/>
  </p:sldMasterIdLst>
  <p:notesMasterIdLst>
    <p:notesMasterId r:id="rId32"/>
  </p:notesMasterIdLst>
  <p:handoutMasterIdLst>
    <p:handoutMasterId r:id="rId33"/>
  </p:handoutMasterIdLst>
  <p:sldIdLst>
    <p:sldId id="571" r:id="rId13"/>
    <p:sldId id="577" r:id="rId14"/>
    <p:sldId id="685" r:id="rId15"/>
    <p:sldId id="694" r:id="rId16"/>
    <p:sldId id="687" r:id="rId17"/>
    <p:sldId id="702" r:id="rId18"/>
    <p:sldId id="700" r:id="rId19"/>
    <p:sldId id="699" r:id="rId20"/>
    <p:sldId id="701" r:id="rId21"/>
    <p:sldId id="703" r:id="rId22"/>
    <p:sldId id="704" r:id="rId23"/>
    <p:sldId id="698" r:id="rId24"/>
    <p:sldId id="690" r:id="rId25"/>
    <p:sldId id="693" r:id="rId26"/>
    <p:sldId id="705" r:id="rId27"/>
    <p:sldId id="706" r:id="rId28"/>
    <p:sldId id="697" r:id="rId29"/>
    <p:sldId id="691" r:id="rId30"/>
    <p:sldId id="602" r:id="rId31"/>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userDrawn="1">
          <p15:clr>
            <a:srgbClr val="A4A3A4"/>
          </p15:clr>
        </p15:guide>
        <p15:guide id="4" pos="7679">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A5A5A5"/>
    <a:srgbClr val="F9950F"/>
    <a:srgbClr val="E7E6E6"/>
    <a:srgbClr val="48367D"/>
    <a:srgbClr val="4C5252"/>
    <a:srgbClr val="EFCAAF"/>
    <a:srgbClr val="958FBC"/>
    <a:srgbClr val="EBE4A7"/>
    <a:srgbClr val="C9D5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86391"/>
  </p:normalViewPr>
  <p:slideViewPr>
    <p:cSldViewPr>
      <p:cViewPr varScale="1">
        <p:scale>
          <a:sx n="82" d="100"/>
          <a:sy n="82" d="100"/>
        </p:scale>
        <p:origin x="749" y="96"/>
      </p:cViewPr>
      <p:guideLst>
        <p:guide orient="horz" pos="2160"/>
        <p:guide pos="3840"/>
        <p:guide orient="horz"/>
        <p:guide pos="767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75" d="100"/>
          <a:sy n="75" d="100"/>
        </p:scale>
        <p:origin x="-4068" y="-114"/>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microsoft.com/office/2016/11/relationships/changesInfo" Target="changesInfos/changesInfo1.xml"/><Relationship Id="rId21" Type="http://schemas.openxmlformats.org/officeDocument/2006/relationships/slide" Target="slides/slide9.xml"/><Relationship Id="rId34"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chandra dodwad" userId="52b52f893ca9bf8b" providerId="LiveId" clId="{33C29769-5917-4520-87A6-08B2FBEC4567}"/>
    <pc:docChg chg="modSld">
      <pc:chgData name="Nagachandra dodwad" userId="52b52f893ca9bf8b" providerId="LiveId" clId="{33C29769-5917-4520-87A6-08B2FBEC4567}" dt="2026-03-14T03:03:22.821" v="1" actId="2711"/>
      <pc:docMkLst>
        <pc:docMk/>
      </pc:docMkLst>
      <pc:sldChg chg="modSp mod">
        <pc:chgData name="Nagachandra dodwad" userId="52b52f893ca9bf8b" providerId="LiveId" clId="{33C29769-5917-4520-87A6-08B2FBEC4567}" dt="2026-03-14T03:03:22.821" v="1" actId="2711"/>
        <pc:sldMkLst>
          <pc:docMk/>
          <pc:sldMk cId="2932720820" sldId="703"/>
        </pc:sldMkLst>
        <pc:spChg chg="mod">
          <ac:chgData name="Nagachandra dodwad" userId="52b52f893ca9bf8b" providerId="LiveId" clId="{33C29769-5917-4520-87A6-08B2FBEC4567}" dt="2026-03-14T03:03:22.821" v="1" actId="2711"/>
          <ac:spMkLst>
            <pc:docMk/>
            <pc:sldMk cId="2932720820" sldId="703"/>
            <ac:spMk id="4" creationId="{32731EEE-85C8-859C-74F4-6AD655DB67E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a:lvl1pPr>
          </a:lstStyle>
          <a:p>
            <a:endParaRPr lang="en-NZ" dirty="0"/>
          </a:p>
        </p:txBody>
      </p:sp>
      <p:sp>
        <p:nvSpPr>
          <p:cNvPr id="3" name="Date Placeholder 2"/>
          <p:cNvSpPr>
            <a:spLocks noGrp="1"/>
          </p:cNvSpPr>
          <p:nvPr>
            <p:ph type="dt" sz="quarter" idx="1"/>
          </p:nvPr>
        </p:nvSpPr>
        <p:spPr>
          <a:xfrm>
            <a:off x="3855839" y="1"/>
            <a:ext cx="2949786" cy="498693"/>
          </a:xfrm>
          <a:prstGeom prst="rect">
            <a:avLst/>
          </a:prstGeom>
        </p:spPr>
        <p:txBody>
          <a:bodyPr vert="horz" lIns="91474" tIns="45737" rIns="91474" bIns="45737" rtlCol="0"/>
          <a:lstStyle>
            <a:lvl1pPr algn="r">
              <a:defRPr sz="1200"/>
            </a:lvl1pPr>
          </a:lstStyle>
          <a:p>
            <a:fld id="{85D701EE-1FBA-4307-A5A0-FAD659DC6E39}" type="datetimeFigureOut">
              <a:rPr lang="en-NZ" smtClean="0"/>
              <a:pPr/>
              <a:t>11/04/2026</a:t>
            </a:fld>
            <a:endParaRPr lang="en-NZ" dirty="0"/>
          </a:p>
        </p:txBody>
      </p:sp>
      <p:sp>
        <p:nvSpPr>
          <p:cNvPr id="4" name="Footer Placeholder 3"/>
          <p:cNvSpPr>
            <a:spLocks noGrp="1"/>
          </p:cNvSpPr>
          <p:nvPr>
            <p:ph type="ftr" sz="quarter" idx="2"/>
          </p:nvPr>
        </p:nvSpPr>
        <p:spPr>
          <a:xfrm>
            <a:off x="2" y="9440647"/>
            <a:ext cx="2949786" cy="498693"/>
          </a:xfrm>
          <a:prstGeom prst="rect">
            <a:avLst/>
          </a:prstGeom>
        </p:spPr>
        <p:txBody>
          <a:bodyPr vert="horz" lIns="91474" tIns="45737" rIns="91474" bIns="45737"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55839" y="9440647"/>
            <a:ext cx="2949786" cy="498693"/>
          </a:xfrm>
          <a:prstGeom prst="rect">
            <a:avLst/>
          </a:prstGeom>
        </p:spPr>
        <p:txBody>
          <a:bodyPr vert="horz" lIns="91474" tIns="45737" rIns="91474" bIns="45737" rtlCol="0" anchor="b"/>
          <a:lstStyle>
            <a:lvl1pPr algn="r">
              <a:defRPr sz="1200"/>
            </a:lvl1pPr>
          </a:lstStyle>
          <a:p>
            <a:fld id="{97D3D0BD-DB2D-4CFB-B804-653564142846}" type="slidenum">
              <a:rPr lang="en-NZ" smtClean="0"/>
              <a:pPr/>
              <a:t>‹#›</a:t>
            </a:fld>
            <a:endParaRPr lang="en-NZ" dirty="0"/>
          </a:p>
        </p:txBody>
      </p:sp>
    </p:spTree>
    <p:extLst>
      <p:ext uri="{BB962C8B-B14F-4D97-AF65-F5344CB8AC3E}">
        <p14:creationId xmlns:p14="http://schemas.microsoft.com/office/powerpoint/2010/main" val="110953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49786" cy="498693"/>
          </a:xfrm>
          <a:prstGeom prst="rect">
            <a:avLst/>
          </a:prstGeom>
        </p:spPr>
        <p:txBody>
          <a:bodyPr vert="horz" lIns="91474" tIns="45737" rIns="91474" bIns="45737" rtlCol="0"/>
          <a:lstStyle>
            <a:lvl1pPr algn="l">
              <a:defRPr sz="1200" b="0" i="0">
                <a:latin typeface="+mn-lt"/>
              </a:defRPr>
            </a:lvl1pPr>
          </a:lstStyle>
          <a:p>
            <a:endParaRPr lang="en-NZ" dirty="0"/>
          </a:p>
        </p:txBody>
      </p:sp>
      <p:sp>
        <p:nvSpPr>
          <p:cNvPr id="3" name="Date Placeholder 2"/>
          <p:cNvSpPr>
            <a:spLocks noGrp="1"/>
          </p:cNvSpPr>
          <p:nvPr>
            <p:ph type="dt" idx="1"/>
          </p:nvPr>
        </p:nvSpPr>
        <p:spPr>
          <a:xfrm>
            <a:off x="3855839" y="1"/>
            <a:ext cx="2949786" cy="498693"/>
          </a:xfrm>
          <a:prstGeom prst="rect">
            <a:avLst/>
          </a:prstGeom>
        </p:spPr>
        <p:txBody>
          <a:bodyPr vert="horz" lIns="91474" tIns="45737" rIns="91474" bIns="45737" rtlCol="0"/>
          <a:lstStyle>
            <a:lvl1pPr algn="r">
              <a:defRPr sz="1200" b="0" i="0">
                <a:latin typeface="+mn-lt"/>
              </a:defRPr>
            </a:lvl1pPr>
          </a:lstStyle>
          <a:p>
            <a:fld id="{72A1673E-E3F0-41EB-8C5F-8EC9A5FDE63C}" type="datetimeFigureOut">
              <a:rPr lang="en-NZ" smtClean="0"/>
              <a:pPr/>
              <a:t>11/04/2026</a:t>
            </a:fld>
            <a:endParaRPr lang="en-NZ" dirty="0"/>
          </a:p>
        </p:txBody>
      </p:sp>
      <p:sp>
        <p:nvSpPr>
          <p:cNvPr id="4" name="Slide Image Placeholder 3"/>
          <p:cNvSpPr>
            <a:spLocks noGrp="1" noRot="1" noChangeAspect="1"/>
          </p:cNvSpPr>
          <p:nvPr>
            <p:ph type="sldImg" idx="2"/>
          </p:nvPr>
        </p:nvSpPr>
        <p:spPr>
          <a:xfrm>
            <a:off x="422275" y="1243013"/>
            <a:ext cx="5964238" cy="3355975"/>
          </a:xfrm>
          <a:prstGeom prst="rect">
            <a:avLst/>
          </a:prstGeom>
          <a:noFill/>
          <a:ln w="12700">
            <a:solidFill>
              <a:prstClr val="black"/>
            </a:solidFill>
          </a:ln>
        </p:spPr>
        <p:txBody>
          <a:bodyPr vert="horz" lIns="91474" tIns="45737" rIns="91474" bIns="45737" rtlCol="0" anchor="ctr"/>
          <a:lstStyle/>
          <a:p>
            <a:endParaRPr lang="en-NZ" dirty="0"/>
          </a:p>
        </p:txBody>
      </p:sp>
      <p:sp>
        <p:nvSpPr>
          <p:cNvPr id="5" name="Notes Placeholder 4"/>
          <p:cNvSpPr>
            <a:spLocks noGrp="1"/>
          </p:cNvSpPr>
          <p:nvPr>
            <p:ph type="body" sz="quarter" idx="3"/>
          </p:nvPr>
        </p:nvSpPr>
        <p:spPr>
          <a:xfrm>
            <a:off x="680721" y="4783309"/>
            <a:ext cx="5445760" cy="3913614"/>
          </a:xfrm>
          <a:prstGeom prst="rect">
            <a:avLst/>
          </a:prstGeom>
        </p:spPr>
        <p:txBody>
          <a:bodyPr vert="horz" lIns="91474" tIns="45737" rIns="91474" bIns="4573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6" name="Footer Placeholder 5"/>
          <p:cNvSpPr>
            <a:spLocks noGrp="1"/>
          </p:cNvSpPr>
          <p:nvPr>
            <p:ph type="ftr" sz="quarter" idx="4"/>
          </p:nvPr>
        </p:nvSpPr>
        <p:spPr>
          <a:xfrm>
            <a:off x="2" y="9440647"/>
            <a:ext cx="2949786" cy="498693"/>
          </a:xfrm>
          <a:prstGeom prst="rect">
            <a:avLst/>
          </a:prstGeom>
        </p:spPr>
        <p:txBody>
          <a:bodyPr vert="horz" lIns="91474" tIns="45737" rIns="91474" bIns="45737" rtlCol="0" anchor="b"/>
          <a:lstStyle>
            <a:lvl1pPr algn="l">
              <a:defRPr sz="1200" b="0" i="0">
                <a:latin typeface="+mn-lt"/>
              </a:defRPr>
            </a:lvl1pPr>
          </a:lstStyle>
          <a:p>
            <a:endParaRPr lang="en-NZ" dirty="0"/>
          </a:p>
        </p:txBody>
      </p:sp>
      <p:sp>
        <p:nvSpPr>
          <p:cNvPr id="7" name="Slide Number Placeholder 6"/>
          <p:cNvSpPr>
            <a:spLocks noGrp="1"/>
          </p:cNvSpPr>
          <p:nvPr>
            <p:ph type="sldNum" sz="quarter" idx="5"/>
          </p:nvPr>
        </p:nvSpPr>
        <p:spPr>
          <a:xfrm>
            <a:off x="3855839" y="9440647"/>
            <a:ext cx="2949786" cy="498693"/>
          </a:xfrm>
          <a:prstGeom prst="rect">
            <a:avLst/>
          </a:prstGeom>
        </p:spPr>
        <p:txBody>
          <a:bodyPr vert="horz" lIns="91474" tIns="45737" rIns="91474" bIns="45737" rtlCol="0" anchor="b"/>
          <a:lstStyle>
            <a:lvl1pPr algn="r">
              <a:defRPr sz="1200" b="0" i="0">
                <a:latin typeface="+mn-lt"/>
              </a:defRPr>
            </a:lvl1pPr>
          </a:lstStyle>
          <a:p>
            <a:fld id="{F4089372-A661-494F-90C4-94E25994D307}" type="slidenum">
              <a:rPr lang="en-NZ" smtClean="0"/>
              <a:pPr/>
              <a:t>‹#›</a:t>
            </a:fld>
            <a:endParaRPr lang="en-NZ" dirty="0"/>
          </a:p>
        </p:txBody>
      </p:sp>
    </p:spTree>
    <p:extLst>
      <p:ext uri="{BB962C8B-B14F-4D97-AF65-F5344CB8AC3E}">
        <p14:creationId xmlns:p14="http://schemas.microsoft.com/office/powerpoint/2010/main" val="11386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n-lt"/>
        <a:ea typeface="+mn-ea"/>
        <a:cs typeface="+mn-cs"/>
      </a:defRPr>
    </a:lvl1pPr>
    <a:lvl2pPr marL="457200" algn="l" defTabSz="914400" rtl="0" eaLnBrk="1" latinLnBrk="0" hangingPunct="1">
      <a:defRPr sz="1200" b="0" i="0" kern="1200">
        <a:solidFill>
          <a:schemeClr val="tx1"/>
        </a:solidFill>
        <a:latin typeface="+mn-lt"/>
        <a:ea typeface="+mn-ea"/>
        <a:cs typeface="+mn-cs"/>
      </a:defRPr>
    </a:lvl2pPr>
    <a:lvl3pPr marL="914400" algn="l" defTabSz="914400" rtl="0" eaLnBrk="1" latinLnBrk="0" hangingPunct="1">
      <a:defRPr sz="1200" b="0" i="0" kern="1200">
        <a:solidFill>
          <a:schemeClr val="tx1"/>
        </a:solidFill>
        <a:latin typeface="+mn-lt"/>
        <a:ea typeface="+mn-ea"/>
        <a:cs typeface="+mn-cs"/>
      </a:defRPr>
    </a:lvl3pPr>
    <a:lvl4pPr marL="1371600" algn="l" defTabSz="914400" rtl="0" eaLnBrk="1" latinLnBrk="0" hangingPunct="1">
      <a:defRPr sz="1200" b="0" i="0" kern="1200">
        <a:solidFill>
          <a:schemeClr val="tx1"/>
        </a:solidFill>
        <a:latin typeface="+mn-lt"/>
        <a:ea typeface="+mn-ea"/>
        <a:cs typeface="+mn-cs"/>
      </a:defRPr>
    </a:lvl4pPr>
    <a:lvl5pPr marL="1828800" algn="l" defTabSz="914400" rtl="0" eaLnBrk="1" latinLnBrk="0" hangingPunct="1">
      <a:defRPr sz="1200" b="0" i="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3.jpe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lack">
    <p:bg>
      <p:bgPr>
        <a:solidFill>
          <a:schemeClr val="tx1"/>
        </a:solidFill>
        <a:effectLst/>
      </p:bgPr>
    </p:bg>
    <p:spTree>
      <p:nvGrpSpPr>
        <p:cNvPr id="1" name=""/>
        <p:cNvGrpSpPr/>
        <p:nvPr/>
      </p:nvGrpSpPr>
      <p:grpSpPr>
        <a:xfrm>
          <a:off x="0" y="0"/>
          <a:ext cx="0" cy="0"/>
          <a:chOff x="0" y="0"/>
          <a:chExt cx="0" cy="0"/>
        </a:xfrm>
      </p:grpSpPr>
      <p:pic>
        <p:nvPicPr>
          <p:cNvPr id="9"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White">
    <p:spTree>
      <p:nvGrpSpPr>
        <p:cNvPr id="1" name=""/>
        <p:cNvGrpSpPr/>
        <p:nvPr/>
      </p:nvGrpSpPr>
      <p:grpSpPr>
        <a:xfrm>
          <a:off x="0" y="0"/>
          <a:ext cx="0" cy="0"/>
          <a:chOff x="0" y="0"/>
          <a:chExt cx="0" cy="0"/>
        </a:xfrm>
      </p:grpSpPr>
      <p:pic>
        <p:nvPicPr>
          <p:cNvPr id="13"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grpSp>
        <p:nvGrpSpPr>
          <p:cNvPr id="21" name="Group 20">
            <a:extLst>
              <a:ext uri="{FF2B5EF4-FFF2-40B4-BE49-F238E27FC236}">
                <a16:creationId xmlns:a16="http://schemas.microsoft.com/office/drawing/2014/main" id="{5AFE99A1-F019-42EF-A6DD-FBA9CE0E5FB1}"/>
              </a:ext>
            </a:extLst>
          </p:cNvPr>
          <p:cNvGrpSpPr/>
          <p:nvPr userDrawn="1"/>
        </p:nvGrpSpPr>
        <p:grpSpPr>
          <a:xfrm>
            <a:off x="9220200" y="304800"/>
            <a:ext cx="2601503" cy="1082742"/>
            <a:chOff x="10616154" y="97913"/>
            <a:chExt cx="3619726" cy="1349912"/>
          </a:xfrm>
        </p:grpSpPr>
        <p:pic>
          <p:nvPicPr>
            <p:cNvPr id="2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51876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89665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2192000" cy="6858000"/>
          </a:xfrm>
          <a:prstGeom prst="rect">
            <a:avLst/>
          </a:prstGeom>
        </p:spPr>
        <p:txBody>
          <a:bodyPr/>
          <a:lstStyle>
            <a:lvl1pPr>
              <a:defRPr>
                <a:latin typeface="Roboto Medium" pitchFamily="2" charset="0"/>
                <a:ea typeface="Roboto Medium" pitchFamily="2" charset="0"/>
              </a:defRPr>
            </a:lvl1pPr>
          </a:lstStyle>
          <a:p>
            <a:r>
              <a:rPr lang="en-US"/>
              <a:t>Click icon to add picture</a:t>
            </a:r>
            <a:endParaRPr lang="en-US" dirty="0"/>
          </a:p>
        </p:txBody>
      </p:sp>
      <p:sp>
        <p:nvSpPr>
          <p:cNvPr id="12"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4580247"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3"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pic>
        <p:nvPicPr>
          <p:cNvPr id="16" name="Picture 2" descr="C:\Users\Admin\Downloads\REVA LOGO2.png"/>
          <p:cNvPicPr>
            <a:picLocks noChangeAspect="1" noChangeArrowheads="1"/>
          </p:cNvPicPr>
          <p:nvPr userDrawn="1"/>
        </p:nvPicPr>
        <p:blipFill>
          <a:blip r:embed="rId2" cstate="print"/>
          <a:srcRect/>
          <a:stretch>
            <a:fillRect/>
          </a:stretch>
        </p:blipFill>
        <p:spPr bwMode="auto">
          <a:xfrm>
            <a:off x="754380" y="1857550"/>
            <a:ext cx="3581400" cy="997709"/>
          </a:xfrm>
          <a:prstGeom prst="rect">
            <a:avLst/>
          </a:prstGeom>
          <a:noFill/>
        </p:spPr>
      </p:pic>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lack">
    <p:bg bwMode="gray">
      <p:bgPr>
        <a:solidFill>
          <a:schemeClr val="bg1"/>
        </a:solidFill>
        <a:effectLst/>
      </p:bgPr>
    </p:bg>
    <p:spTree>
      <p:nvGrpSpPr>
        <p:cNvPr id="1" name=""/>
        <p:cNvGrpSpPr/>
        <p:nvPr/>
      </p:nvGrpSpPr>
      <p:grpSpPr>
        <a:xfrm>
          <a:off x="0" y="0"/>
          <a:ext cx="0" cy="0"/>
          <a:chOff x="0" y="0"/>
          <a:chExt cx="0" cy="0"/>
        </a:xfrm>
      </p:grpSpPr>
      <p:pic>
        <p:nvPicPr>
          <p:cNvPr id="3074"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502052CF-F9E7-714A-BDAE-9BE0ECB4DA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0233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7" name="Text Placeholder 2">
            <a:extLst>
              <a:ext uri="{FF2B5EF4-FFF2-40B4-BE49-F238E27FC236}">
                <a16:creationId xmlns:a16="http://schemas.microsoft.com/office/drawing/2014/main" id="{EF680B5D-7167-924C-AF0A-D048ACEDB4E4}"/>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bg1"/>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bg1"/>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8" name="Title 1">
            <a:extLst>
              <a:ext uri="{FF2B5EF4-FFF2-40B4-BE49-F238E27FC236}">
                <a16:creationId xmlns:a16="http://schemas.microsoft.com/office/drawing/2014/main" id="{4B8854B0-9314-934B-A796-5B8219D03959}"/>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9224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695400"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6168008" y="1773937"/>
            <a:ext cx="5112568" cy="431936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 (Two Columns)</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AFE99A1-F019-42EF-A6DD-FBA9CE0E5FB1}"/>
              </a:ext>
            </a:extLst>
          </p:cNvPr>
          <p:cNvGrpSpPr/>
          <p:nvPr userDrawn="1"/>
        </p:nvGrpSpPr>
        <p:grpSpPr>
          <a:xfrm>
            <a:off x="9220200" y="5410200"/>
            <a:ext cx="2601503" cy="1082742"/>
            <a:chOff x="10616154" y="97913"/>
            <a:chExt cx="3619726" cy="1349912"/>
          </a:xfrm>
        </p:grpSpPr>
        <p:pic>
          <p:nvPicPr>
            <p:cNvPr id="14"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0"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2025503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Black">
    <p:bg bwMode="gray">
      <p:bgPr>
        <a:solidFill>
          <a:schemeClr val="bg1"/>
        </a:solidFill>
        <a:effectLst/>
      </p:bgPr>
    </p:bg>
    <p:spTree>
      <p:nvGrpSpPr>
        <p:cNvPr id="1" name=""/>
        <p:cNvGrpSpPr/>
        <p:nvPr/>
      </p:nvGrpSpPr>
      <p:grpSpPr>
        <a:xfrm>
          <a:off x="0" y="0"/>
          <a:ext cx="0" cy="0"/>
          <a:chOff x="0" y="0"/>
          <a:chExt cx="0" cy="0"/>
        </a:xfrm>
      </p:grpSpPr>
      <p:pic>
        <p:nvPicPr>
          <p:cNvPr id="4098" name="Picture 2" descr="C:\Users\Admin\Downloads\ilovepdf_pages-to-jpg (4)\RU_PPT Template-Grey Blank (1)_page-0002.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7"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0"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chemeClr val="bg1"/>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1"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413159170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5122"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92202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2"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54605" y="-381001"/>
            <a:ext cx="955557" cy="1711183"/>
          </a:xfrm>
          <a:prstGeom prst="rect">
            <a:avLst/>
          </a:prstGeom>
          <a:noFill/>
        </p:spPr>
      </p:pic>
    </p:spTree>
    <p:extLst>
      <p:ext uri="{BB962C8B-B14F-4D97-AF65-F5344CB8AC3E}">
        <p14:creationId xmlns:p14="http://schemas.microsoft.com/office/powerpoint/2010/main" val="273135946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57D2F1-AB6B-D646-B596-57C131E95FB4}"/>
              </a:ext>
            </a:extLst>
          </p:cNvPr>
          <p:cNvSpPr>
            <a:spLocks noGrp="1"/>
          </p:cNvSpPr>
          <p:nvPr>
            <p:ph type="title" hasCustomPrompt="1"/>
          </p:nvPr>
        </p:nvSpPr>
        <p:spPr bwMode="gray">
          <a:xfrm>
            <a:off x="2514600" y="2363699"/>
            <a:ext cx="7772400" cy="1325563"/>
          </a:xfrm>
          <a:prstGeom prst="rect">
            <a:avLst/>
          </a:prstGeom>
        </p:spPr>
        <p:txBody>
          <a:bodyPr anchor="ctr"/>
          <a:lstStyle>
            <a:lvl1pPr>
              <a:defRPr sz="7800" b="0" i="0" spc="0">
                <a:solidFill>
                  <a:srgbClr val="FF6600"/>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11" name="Picture Placeholder 2">
            <a:extLst>
              <a:ext uri="{FF2B5EF4-FFF2-40B4-BE49-F238E27FC236}">
                <a16:creationId xmlns:a16="http://schemas.microsoft.com/office/drawing/2014/main" id="{DDAC6C2B-8407-D64F-820D-E7CF746EE15D}"/>
              </a:ext>
            </a:extLst>
          </p:cNvPr>
          <p:cNvSpPr>
            <a:spLocks noGrp="1"/>
          </p:cNvSpPr>
          <p:nvPr>
            <p:ph type="pic" sz="quarter" idx="15"/>
          </p:nvPr>
        </p:nvSpPr>
        <p:spPr>
          <a:xfrm>
            <a:off x="0" y="0"/>
            <a:ext cx="12192000" cy="6858000"/>
          </a:xfrm>
          <a:prstGeom prst="rect">
            <a:avLst/>
          </a:prstGeom>
        </p:spPr>
        <p:txBody>
          <a:bodyPr/>
          <a:lstStyle>
            <a:lvl1pPr>
              <a:defRPr>
                <a:latin typeface="Nobel-Book" panose="02000503040000020004" pitchFamily="2" charset="0"/>
              </a:defRPr>
            </a:lvl1pPr>
          </a:lstStyle>
          <a:p>
            <a:endParaRPr lang="en-US"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sp>
        <p:nvSpPr>
          <p:cNvPr id="14" name="Text Placeholder 5">
            <a:extLst>
              <a:ext uri="{FF2B5EF4-FFF2-40B4-BE49-F238E27FC236}">
                <a16:creationId xmlns:a16="http://schemas.microsoft.com/office/drawing/2014/main" id="{AD0D9561-E154-7543-8D06-7AF9B72F9B8B}"/>
              </a:ext>
            </a:extLst>
          </p:cNvPr>
          <p:cNvSpPr>
            <a:spLocks noGrp="1"/>
          </p:cNvSpPr>
          <p:nvPr>
            <p:ph type="body" sz="quarter" idx="11" hasCustomPrompt="1"/>
          </p:nvPr>
        </p:nvSpPr>
        <p:spPr bwMode="gray">
          <a:xfrm>
            <a:off x="2518979" y="3796320"/>
            <a:ext cx="5923490" cy="4079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500" kern="1200" spc="400" baseline="0">
                <a:solidFill>
                  <a:srgbClr val="A5A5A5"/>
                </a:solidFill>
                <a:latin typeface="Roboto Medium" pitchFamily="2" charset="0"/>
                <a:ea typeface="Roboto Medium" pitchFamily="2" charset="0"/>
                <a:cs typeface="Roboto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SUBTITLE</a:t>
            </a:r>
          </a:p>
        </p:txBody>
      </p:sp>
      <p:pic>
        <p:nvPicPr>
          <p:cNvPr id="15" name="Picture 2" descr="C:\Users\Admin\Downloads\REVA LOGO2.png"/>
          <p:cNvPicPr>
            <a:picLocks noChangeAspect="1" noChangeArrowheads="1"/>
          </p:cNvPicPr>
          <p:nvPr userDrawn="1"/>
        </p:nvPicPr>
        <p:blipFill>
          <a:blip r:embed="rId3" cstate="print"/>
          <a:srcRect r="76596" b="15988"/>
          <a:stretch>
            <a:fillRect/>
          </a:stretch>
        </p:blipFill>
        <p:spPr bwMode="auto">
          <a:xfrm>
            <a:off x="152400" y="152400"/>
            <a:ext cx="685800" cy="685800"/>
          </a:xfrm>
          <a:prstGeom prst="rect">
            <a:avLst/>
          </a:prstGeom>
          <a:noFill/>
        </p:spPr>
      </p:pic>
    </p:spTree>
    <p:extLst>
      <p:ext uri="{BB962C8B-B14F-4D97-AF65-F5344CB8AC3E}">
        <p14:creationId xmlns:p14="http://schemas.microsoft.com/office/powerpoint/2010/main" val="117327408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4"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rgbClr val="A5A5A5"/>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34062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3" name="Media Placeholder 3">
            <a:extLst>
              <a:ext uri="{FF2B5EF4-FFF2-40B4-BE49-F238E27FC236}">
                <a16:creationId xmlns:a16="http://schemas.microsoft.com/office/drawing/2014/main" id="{9B10B4EE-A653-1D4B-98CF-698451C180B3}"/>
              </a:ext>
            </a:extLst>
          </p:cNvPr>
          <p:cNvSpPr>
            <a:spLocks noGrp="1"/>
          </p:cNvSpPr>
          <p:nvPr>
            <p:ph type="media" sz="quarter" idx="20" hasCustomPrompt="1"/>
          </p:nvPr>
        </p:nvSpPr>
        <p:spPr>
          <a:xfrm>
            <a:off x="623888" y="1412875"/>
            <a:ext cx="11088687" cy="445452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solidFill>
                  <a:schemeClr val="bg1"/>
                </a:solidFill>
                <a:latin typeface="Roboto Medium" pitchFamily="2" charset="0"/>
                <a:ea typeface="Roboto Medium" pitchFamily="2" charset="0"/>
                <a:cs typeface="Roboto Medium" pitchFamily="2"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video</a:t>
            </a:r>
          </a:p>
          <a:p>
            <a:endParaRPr lang="en-US" dirty="0"/>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347756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edia / Video Slide Black">
    <p:bg bwMode="gray">
      <p:bgPr>
        <a:solidFill>
          <a:schemeClr val="bg1"/>
        </a:solidFill>
        <a:effectLst/>
      </p:bgPr>
    </p:bg>
    <p:spTree>
      <p:nvGrpSpPr>
        <p:cNvPr id="1" name=""/>
        <p:cNvGrpSpPr/>
        <p:nvPr/>
      </p:nvGrpSpPr>
      <p:grpSpPr>
        <a:xfrm>
          <a:off x="0" y="0"/>
          <a:ext cx="0" cy="0"/>
          <a:chOff x="0" y="0"/>
          <a:chExt cx="0" cy="0"/>
        </a:xfrm>
      </p:grpSpPr>
      <p:pic>
        <p:nvPicPr>
          <p:cNvPr id="6146"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Media/Video Page</a:t>
            </a:r>
          </a:p>
        </p:txBody>
      </p:sp>
      <p:sp>
        <p:nvSpPr>
          <p:cNvPr id="8"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13" name="Picture Placeholder 12"/>
          <p:cNvSpPr>
            <a:spLocks noGrp="1"/>
          </p:cNvSpPr>
          <p:nvPr>
            <p:ph type="pic" sz="quarter" idx="15" hasCustomPrompt="1"/>
          </p:nvPr>
        </p:nvSpPr>
        <p:spPr>
          <a:xfrm>
            <a:off x="609600" y="1447800"/>
            <a:ext cx="5257800" cy="4038600"/>
          </a:xfrm>
          <a:prstGeom prst="rect">
            <a:avLst/>
          </a:prstGeom>
        </p:spPr>
        <p:txBody>
          <a:bodyPr/>
          <a:lstStyle>
            <a:lvl1pPr>
              <a:defRPr baseline="0">
                <a:solidFill>
                  <a:schemeClr val="tx1"/>
                </a:solidFill>
                <a:latin typeface="Roboto Medium" pitchFamily="2" charset="0"/>
                <a:ea typeface="Roboto Medium" pitchFamily="2" charset="0"/>
              </a:defRPr>
            </a:lvl1pPr>
          </a:lstStyle>
          <a:p>
            <a:r>
              <a:rPr lang="en-US" dirty="0"/>
              <a:t>Click icon to add image</a:t>
            </a:r>
          </a:p>
        </p:txBody>
      </p:sp>
      <p:sp>
        <p:nvSpPr>
          <p:cNvPr id="14"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tx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234062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Media / Video Slide White">
    <p:bg bwMode="gray">
      <p:bgPr>
        <a:solidFill>
          <a:schemeClr val="bg1"/>
        </a:solidFill>
        <a:effectLst/>
      </p:bgPr>
    </p:bg>
    <p:spTree>
      <p:nvGrpSpPr>
        <p:cNvPr id="1" name=""/>
        <p:cNvGrpSpPr/>
        <p:nvPr/>
      </p:nvGrpSpPr>
      <p:grpSpPr>
        <a:xfrm>
          <a:off x="0" y="0"/>
          <a:ext cx="0" cy="0"/>
          <a:chOff x="0" y="0"/>
          <a:chExt cx="0" cy="0"/>
        </a:xfrm>
      </p:grpSpPr>
      <p:pic>
        <p:nvPicPr>
          <p:cNvPr id="7170"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1"/>
            <a:ext cx="12193193" cy="6858001"/>
          </a:xfrm>
          <a:prstGeom prst="rect">
            <a:avLst/>
          </a:prstGeom>
          <a:noFill/>
        </p:spPr>
      </p:pic>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60960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Media/Video Page</a:t>
            </a:r>
          </a:p>
        </p:txBody>
      </p:sp>
      <p:sp>
        <p:nvSpPr>
          <p:cNvPr id="15"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6" name="Picture Placeholder 12"/>
          <p:cNvSpPr>
            <a:spLocks noGrp="1"/>
          </p:cNvSpPr>
          <p:nvPr>
            <p:ph type="pic" sz="quarter" idx="15" hasCustomPrompt="1"/>
          </p:nvPr>
        </p:nvSpPr>
        <p:spPr>
          <a:xfrm>
            <a:off x="6096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
        <p:nvSpPr>
          <p:cNvPr id="7" name="Picture Placeholder 12"/>
          <p:cNvSpPr>
            <a:spLocks noGrp="1"/>
          </p:cNvSpPr>
          <p:nvPr>
            <p:ph type="pic" sz="quarter" idx="16" hasCustomPrompt="1"/>
          </p:nvPr>
        </p:nvSpPr>
        <p:spPr>
          <a:xfrm>
            <a:off x="6019800" y="1447800"/>
            <a:ext cx="5257800" cy="4038600"/>
          </a:xfrm>
          <a:prstGeom prst="rect">
            <a:avLst/>
          </a:prstGeom>
        </p:spPr>
        <p:txBody>
          <a:bodyPr/>
          <a:lstStyle>
            <a:lvl1pPr>
              <a:defRPr>
                <a:solidFill>
                  <a:schemeClr val="bg1"/>
                </a:solidFill>
                <a:latin typeface="Roboto Medium" pitchFamily="2" charset="0"/>
                <a:ea typeface="Roboto Medium" pitchFamily="2" charset="0"/>
              </a:defRPr>
            </a:lvl1pPr>
          </a:lstStyle>
          <a:p>
            <a:r>
              <a:rPr lang="en-US" dirty="0"/>
              <a:t>Click icon to add image</a:t>
            </a:r>
          </a:p>
        </p:txBody>
      </p:sp>
    </p:spTree>
    <p:extLst>
      <p:ext uri="{BB962C8B-B14F-4D97-AF65-F5344CB8AC3E}">
        <p14:creationId xmlns:p14="http://schemas.microsoft.com/office/powerpoint/2010/main" val="23477560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Slide Black">
    <p:bg bwMode="gray">
      <p:bgPr>
        <a:solidFill>
          <a:schemeClr val="bg1"/>
        </a:solidFill>
        <a:effectLst/>
      </p:bgPr>
    </p:bg>
    <p:spTree>
      <p:nvGrpSpPr>
        <p:cNvPr id="1" name=""/>
        <p:cNvGrpSpPr/>
        <p:nvPr/>
      </p:nvGrpSpPr>
      <p:grpSpPr>
        <a:xfrm>
          <a:off x="0" y="0"/>
          <a:ext cx="0" cy="0"/>
          <a:chOff x="0" y="0"/>
          <a:chExt cx="0" cy="0"/>
        </a:xfrm>
      </p:grpSpPr>
      <p:pic>
        <p:nvPicPr>
          <p:cNvPr id="11"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2"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1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5"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6"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333358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10242" name="Picture 2" descr="C:\Users\Admin\Downloads\ilovepdf_pages-to-jpg (3)\RU_PPT Template-White Blank (1)_page-0004.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rgbClr val="A5A5A5"/>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rgbClr val="A5A5A5"/>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rgbClr val="A5A5A5"/>
                </a:solidFill>
                <a:latin typeface="Roboto Medium" pitchFamily="2" charset="0"/>
                <a:ea typeface="Roboto Medium" pitchFamily="2" charset="0"/>
                <a:cs typeface="Roboto Medium" pitchFamily="2" charset="0"/>
              </a:defRPr>
            </a:lvl1pPr>
            <a:lvl2pPr>
              <a:defRPr lang="en-US" altLang="ja-JP" sz="2200" dirty="0">
                <a:solidFill>
                  <a:srgbClr val="A5A5A5"/>
                </a:solidFill>
                <a:latin typeface="Roboto Medium" pitchFamily="2" charset="0"/>
                <a:ea typeface="Roboto Medium" pitchFamily="2" charset="0"/>
                <a:cs typeface="Roboto Medium" pitchFamily="2" charset="0"/>
              </a:defRPr>
            </a:lvl2pPr>
            <a:lvl3pPr>
              <a:defRPr lang="en-US" altLang="ja-JP" dirty="0">
                <a:solidFill>
                  <a:srgbClr val="A5A5A5"/>
                </a:solidFill>
                <a:latin typeface="Roboto Medium" pitchFamily="2" charset="0"/>
                <a:ea typeface="Roboto Medium" pitchFamily="2" charset="0"/>
                <a:cs typeface="Roboto Medium" pitchFamily="2" charset="0"/>
              </a:defRPr>
            </a:lvl3pPr>
            <a:lvl5pPr>
              <a:defRPr lang="en-US" dirty="0">
                <a:solidFill>
                  <a:srgbClr val="A5A5A5"/>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py Slide White">
    <p:bg bwMode="gray">
      <p:bgPr>
        <a:solidFill>
          <a:schemeClr val="bg1"/>
        </a:solidFill>
        <a:effectLst/>
      </p:bgPr>
    </p:bg>
    <p:spTree>
      <p:nvGrpSpPr>
        <p:cNvPr id="1" name=""/>
        <p:cNvGrpSpPr/>
        <p:nvPr/>
      </p:nvGrpSpPr>
      <p:grpSpPr>
        <a:xfrm>
          <a:off x="0" y="0"/>
          <a:ext cx="0" cy="0"/>
          <a:chOff x="0" y="0"/>
          <a:chExt cx="0" cy="0"/>
        </a:xfrm>
      </p:grpSpPr>
      <p:pic>
        <p:nvPicPr>
          <p:cNvPr id="11266" name="Picture 2" descr="C:\Users\Admin\Downloads\ilovepdf_pages-to-jpg (4)\RU_PPT Template-Grey Blank (1)_page-0004.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8" name="Title 1"/>
          <p:cNvSpPr>
            <a:spLocks noGrp="1"/>
          </p:cNvSpPr>
          <p:nvPr>
            <p:ph type="title" hasCustomPrompt="1"/>
          </p:nvPr>
        </p:nvSpPr>
        <p:spPr bwMode="gray">
          <a:xfrm>
            <a:off x="595469" y="374154"/>
            <a:ext cx="6211927" cy="440926"/>
          </a:xfrm>
          <a:prstGeom prst="rect">
            <a:avLst/>
          </a:prstGeom>
        </p:spPr>
        <p:txBody>
          <a:bodyPr anchor="t" anchorCtr="0">
            <a:noAutofit/>
          </a:bodyPr>
          <a:lstStyle>
            <a:lvl1pPr>
              <a:defRPr sz="28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8" y="836613"/>
            <a:ext cx="6192837" cy="432147"/>
          </a:xfrm>
          <a:prstGeom prst="rect">
            <a:avLst/>
          </a:prstGeom>
        </p:spPr>
        <p:txBody>
          <a:bodyPr/>
          <a:lstStyle>
            <a:lvl1pPr marL="0" indent="0">
              <a:buNone/>
              <a:defRPr sz="26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1" y="1370483"/>
            <a:ext cx="7615365" cy="4722813"/>
          </a:xfrm>
          <a:prstGeom prst="rect">
            <a:avLst/>
          </a:prstGeom>
        </p:spPr>
        <p:txBody>
          <a:bodyPr/>
          <a:lstStyle>
            <a:lvl1pPr>
              <a:defRPr lang="en-US" altLang="ja-JP" sz="2400" dirty="0">
                <a:solidFill>
                  <a:schemeClr val="bg1"/>
                </a:solidFill>
                <a:latin typeface="Roboto Medium" pitchFamily="2" charset="0"/>
                <a:ea typeface="Roboto Medium" pitchFamily="2" charset="0"/>
                <a:cs typeface="Roboto Medium" pitchFamily="2" charset="0"/>
              </a:defRPr>
            </a:lvl1pPr>
            <a:lvl2pPr>
              <a:defRPr lang="en-US" altLang="ja-JP" sz="2200" dirty="0">
                <a:solidFill>
                  <a:schemeClr val="bg1"/>
                </a:solidFill>
                <a:latin typeface="Roboto Medium" pitchFamily="2" charset="0"/>
                <a:ea typeface="Roboto Medium" pitchFamily="2" charset="0"/>
                <a:cs typeface="Roboto Medium" pitchFamily="2" charset="0"/>
              </a:defRPr>
            </a:lvl2pPr>
            <a:lvl3pPr>
              <a:defRPr lang="en-US" altLang="ja-JP" dirty="0">
                <a:solidFill>
                  <a:schemeClr val="bg1"/>
                </a:solidFill>
                <a:latin typeface="Roboto Medium" pitchFamily="2" charset="0"/>
                <a:ea typeface="Roboto Medium" pitchFamily="2" charset="0"/>
                <a:cs typeface="Roboto Medium" pitchFamily="2" charset="0"/>
              </a:defRPr>
            </a:lvl3pPr>
            <a:lvl5pPr>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88" lvl="1" indent="-215900">
              <a:spcBef>
                <a:spcPts val="1000"/>
              </a:spcBef>
              <a:spcAft>
                <a:spcPts val="0"/>
              </a:spcAft>
              <a:tabLst/>
            </a:pPr>
            <a:r>
              <a:rPr lang="en-US" altLang="ja-JP" dirty="0"/>
              <a:t>Editable body copy</a:t>
            </a:r>
          </a:p>
          <a:p>
            <a:pPr marL="809625" lvl="2" indent="-215900">
              <a:spcBef>
                <a:spcPts val="1000"/>
              </a:spcBef>
              <a:spcAft>
                <a:spcPts val="0"/>
              </a:spcAft>
              <a:tabLst/>
            </a:pPr>
            <a:r>
              <a:rPr lang="en-US" altLang="ja-JP" dirty="0"/>
              <a:t>Editable body copy</a:t>
            </a:r>
          </a:p>
          <a:p>
            <a:pPr marL="1323975" lvl="4" indent="-230188">
              <a:spcBef>
                <a:spcPts val="1000"/>
              </a:spcBef>
              <a:spcAft>
                <a:spcPts val="0"/>
              </a:spcAft>
              <a:tabLst/>
            </a:pPr>
            <a:endParaRPr lang="en-US" dirty="0"/>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4280280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and Image Black 3">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15"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chemeClr val="bg1"/>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3"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9"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2377238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 and Image White 5">
    <p:bg bwMode="gray">
      <p:bgPr>
        <a:solidFill>
          <a:schemeClr val="bg1"/>
        </a:solidFill>
        <a:effectLst/>
      </p:bgPr>
    </p:bg>
    <p:spTree>
      <p:nvGrpSpPr>
        <p:cNvPr id="1" name=""/>
        <p:cNvGrpSpPr/>
        <p:nvPr/>
      </p:nvGrpSpPr>
      <p:grpSpPr>
        <a:xfrm>
          <a:off x="0" y="0"/>
          <a:ext cx="0" cy="0"/>
          <a:chOff x="0" y="0"/>
          <a:chExt cx="0" cy="0"/>
        </a:xfrm>
      </p:grpSpPr>
      <p:pic>
        <p:nvPicPr>
          <p:cNvPr id="18"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3" name="Picture Placeholder 2">
            <a:extLst>
              <a:ext uri="{FF2B5EF4-FFF2-40B4-BE49-F238E27FC236}">
                <a16:creationId xmlns:a16="http://schemas.microsoft.com/office/drawing/2014/main" id="{7876850F-ABC0-9B46-8AA9-D1E0133CA4CB}"/>
              </a:ext>
            </a:extLst>
          </p:cNvPr>
          <p:cNvSpPr>
            <a:spLocks noGrp="1"/>
          </p:cNvSpPr>
          <p:nvPr>
            <p:ph type="pic" sz="quarter" idx="15" hasCustomPrompt="1"/>
          </p:nvPr>
        </p:nvSpPr>
        <p:spPr>
          <a:xfrm>
            <a:off x="6097200" y="381000"/>
            <a:ext cx="5561400" cy="5715000"/>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image</a:t>
            </a:r>
          </a:p>
        </p:txBody>
      </p:sp>
      <p:sp>
        <p:nvSpPr>
          <p:cNvPr id="15" name="Text Placeholder 2">
            <a:extLst>
              <a:ext uri="{FF2B5EF4-FFF2-40B4-BE49-F238E27FC236}">
                <a16:creationId xmlns:a16="http://schemas.microsoft.com/office/drawing/2014/main" id="{0F74C1A9-D7CD-AE4E-B3EE-BA5A1E80F2C7}"/>
              </a:ext>
            </a:extLst>
          </p:cNvPr>
          <p:cNvSpPr>
            <a:spLocks noGrp="1"/>
          </p:cNvSpPr>
          <p:nvPr>
            <p:ph type="body" sz="quarter" idx="17" hasCustomPrompt="1"/>
          </p:nvPr>
        </p:nvSpPr>
        <p:spPr>
          <a:xfrm>
            <a:off x="623392" y="1370483"/>
            <a:ext cx="5112568" cy="4722813"/>
          </a:xfrm>
          <a:prstGeom prst="rect">
            <a:avLst/>
          </a:prstGeom>
        </p:spPr>
        <p:txBody>
          <a:bodyPr/>
          <a:lstStyle>
            <a:lvl1pPr>
              <a:spcBef>
                <a:spcPts val="1000"/>
              </a:spcBef>
              <a:spcAft>
                <a:spcPts val="0"/>
              </a:spcAft>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spcAft>
                <a:spcPts val="0"/>
              </a:spcAft>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spcAft>
                <a:spcPts val="0"/>
              </a:spcAft>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0"/>
              </a:spcBef>
              <a:spcAft>
                <a:spcPts val="1400"/>
              </a:spcAft>
              <a:tabLst/>
              <a:defRPr sz="1800">
                <a:solidFill>
                  <a:schemeClr val="bg1"/>
                </a:solidFill>
              </a:defRPr>
            </a:lvl4pPr>
            <a:lvl5pPr marL="1323975" indent="-230188">
              <a:spcBef>
                <a:spcPts val="0"/>
              </a:spcBef>
              <a:spcAft>
                <a:spcPts val="1400"/>
              </a:spcAft>
              <a:tabLst/>
              <a:defRPr sz="18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endParaRPr lang="en-US" dirty="0"/>
          </a:p>
        </p:txBody>
      </p:sp>
      <p:sp>
        <p:nvSpPr>
          <p:cNvPr id="16"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7"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7325709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Images Slide Black">
    <p:bg bwMode="gray">
      <p:bgPr>
        <a:solidFill>
          <a:schemeClr val="bg1"/>
        </a:solidFill>
        <a:effectLst/>
      </p:bgPr>
    </p:bg>
    <p:spTree>
      <p:nvGrpSpPr>
        <p:cNvPr id="1" name=""/>
        <p:cNvGrpSpPr/>
        <p:nvPr/>
      </p:nvGrpSpPr>
      <p:grpSpPr>
        <a:xfrm>
          <a:off x="0" y="0"/>
          <a:ext cx="0" cy="0"/>
          <a:chOff x="0" y="0"/>
          <a:chExt cx="0" cy="0"/>
        </a:xfrm>
      </p:grpSpPr>
      <p:pic>
        <p:nvPicPr>
          <p:cNvPr id="2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rgbClr val="A5A5A5"/>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rgbClr val="A5A5A5"/>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rgbClr val="A5A5A5"/>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3 Images Slide Black">
    <p:bg bwMode="gray">
      <p:bgPr>
        <a:solidFill>
          <a:schemeClr val="bg1"/>
        </a:solidFill>
        <a:effectLst/>
      </p:bgPr>
    </p:bg>
    <p:spTree>
      <p:nvGrpSpPr>
        <p:cNvPr id="1" name=""/>
        <p:cNvGrpSpPr/>
        <p:nvPr/>
      </p:nvGrpSpPr>
      <p:grpSpPr>
        <a:xfrm>
          <a:off x="0" y="0"/>
          <a:ext cx="0" cy="0"/>
          <a:chOff x="0" y="0"/>
          <a:chExt cx="0" cy="0"/>
        </a:xfrm>
      </p:grpSpPr>
      <p:pic>
        <p:nvPicPr>
          <p:cNvPr id="12" name="Picture 2" descr="C:\Users\Admin\Downloads\ilovepdf_pages-to-jpg (4)\RU_PPT Template-Grey Blank (1)_page-0003.jpg"/>
          <p:cNvPicPr>
            <a:picLocks noChangeAspect="1" noChangeArrowheads="1"/>
          </p:cNvPicPr>
          <p:nvPr userDrawn="1"/>
        </p:nvPicPr>
        <p:blipFill>
          <a:blip r:embed="rId2"/>
          <a:srcRect/>
          <a:stretch>
            <a:fillRect/>
          </a:stretch>
        </p:blipFill>
        <p:spPr bwMode="auto">
          <a:xfrm>
            <a:off x="0" y="0"/>
            <a:ext cx="12193190" cy="6858000"/>
          </a:xfrm>
          <a:prstGeom prst="rect">
            <a:avLst/>
          </a:prstGeom>
          <a:noFill/>
        </p:spPr>
      </p:pic>
      <p:sp>
        <p:nvSpPr>
          <p:cNvPr id="22" name="Picture Placeholder 2">
            <a:extLst>
              <a:ext uri="{FF2B5EF4-FFF2-40B4-BE49-F238E27FC236}">
                <a16:creationId xmlns:a16="http://schemas.microsoft.com/office/drawing/2014/main" id="{F32C3D9F-FFE4-0F49-B358-349DAE3C537A}"/>
              </a:ext>
            </a:extLst>
          </p:cNvPr>
          <p:cNvSpPr>
            <a:spLocks noGrp="1"/>
          </p:cNvSpPr>
          <p:nvPr>
            <p:ph type="pic" sz="quarter" idx="22"/>
          </p:nvPr>
        </p:nvSpPr>
        <p:spPr>
          <a:xfrm>
            <a:off x="8480943" y="2527475"/>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27" name="Picture Placeholder 2">
            <a:extLst>
              <a:ext uri="{FF2B5EF4-FFF2-40B4-BE49-F238E27FC236}">
                <a16:creationId xmlns:a16="http://schemas.microsoft.com/office/drawing/2014/main" id="{6CCF012A-37B8-A846-96C9-F68F190709BA}"/>
              </a:ext>
            </a:extLst>
          </p:cNvPr>
          <p:cNvSpPr>
            <a:spLocks noGrp="1"/>
          </p:cNvSpPr>
          <p:nvPr>
            <p:ph type="pic" sz="quarter" idx="23"/>
          </p:nvPr>
        </p:nvSpPr>
        <p:spPr>
          <a:xfrm>
            <a:off x="4583894" y="2527476"/>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a:p>
        </p:txBody>
      </p:sp>
      <p:sp>
        <p:nvSpPr>
          <p:cNvPr id="17"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996502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23" name="Text Placeholder 2">
            <a:extLst>
              <a:ext uri="{FF2B5EF4-FFF2-40B4-BE49-F238E27FC236}">
                <a16:creationId xmlns:a16="http://schemas.microsoft.com/office/drawing/2014/main" id="{A171FABC-7F9F-3F4F-AF20-A434E98D4512}"/>
              </a:ext>
            </a:extLst>
          </p:cNvPr>
          <p:cNvSpPr>
            <a:spLocks noGrp="1"/>
          </p:cNvSpPr>
          <p:nvPr>
            <p:ph type="body" sz="quarter" idx="17" hasCustomPrompt="1"/>
          </p:nvPr>
        </p:nvSpPr>
        <p:spPr>
          <a:xfrm>
            <a:off x="623393" y="4869160"/>
            <a:ext cx="3442051" cy="1152128"/>
          </a:xfrm>
          <a:prstGeom prst="rect">
            <a:avLst/>
          </a:prstGeom>
        </p:spPr>
        <p:txBody>
          <a:bodyPr/>
          <a:lstStyle>
            <a:lvl1pPr marL="171450" indent="-1714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24" name="Text Placeholder 2">
            <a:extLst>
              <a:ext uri="{FF2B5EF4-FFF2-40B4-BE49-F238E27FC236}">
                <a16:creationId xmlns:a16="http://schemas.microsoft.com/office/drawing/2014/main" id="{7AFFC4A7-46EC-C047-99A4-7BC9BF12521C}"/>
              </a:ext>
            </a:extLst>
          </p:cNvPr>
          <p:cNvSpPr>
            <a:spLocks noGrp="1"/>
          </p:cNvSpPr>
          <p:nvPr>
            <p:ph type="body" sz="quarter" idx="18" hasCustomPrompt="1"/>
          </p:nvPr>
        </p:nvSpPr>
        <p:spPr>
          <a:xfrm>
            <a:off x="4480249" y="4869160"/>
            <a:ext cx="3442051" cy="1152128"/>
          </a:xfrm>
          <a:prstGeom prst="rect">
            <a:avLst/>
          </a:prstGeom>
        </p:spPr>
        <p:txBody>
          <a:bodyPr/>
          <a:lstStyle>
            <a:lvl1pPr marL="230188" marR="0" indent="-230188" algn="l" defTabSz="914400" rtl="0" eaLnBrk="1" fontAlgn="auto" latinLnBrk="0" hangingPunct="1">
              <a:lnSpc>
                <a:spcPct val="90000"/>
              </a:lnSpc>
              <a:spcBef>
                <a:spcPts val="300"/>
              </a:spcBef>
              <a:spcAft>
                <a:spcPts val="0"/>
              </a:spcAft>
              <a:buClrTx/>
              <a:buSzTx/>
              <a:buFont typeface="Arial" panose="020B0604020202020204" pitchFamily="34" charset="0"/>
              <a:buChar char="•"/>
              <a:tabLst/>
              <a:defRPr sz="2000">
                <a:solidFill>
                  <a:schemeClr val="bg1"/>
                </a:solidFill>
                <a:latin typeface="Roboto Medium" pitchFamily="2" charset="0"/>
                <a:ea typeface="Roboto Medium" pitchFamily="2" charset="0"/>
                <a:cs typeface="Roboto Medium" pitchFamily="2" charset="0"/>
              </a:defRPr>
            </a:lvl1pPr>
            <a:lvl2pPr marL="5746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100">
                <a:solidFill>
                  <a:schemeClr val="bg1"/>
                </a:solidFill>
              </a:defRPr>
            </a:lvl2pPr>
            <a:lvl3pPr marL="1031875" marR="0" indent="-117475"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ja-JP" dirty="0"/>
              <a:t>Editable body copy</a:t>
            </a:r>
          </a:p>
        </p:txBody>
      </p:sp>
      <p:sp>
        <p:nvSpPr>
          <p:cNvPr id="36" name="Text Placeholder 2">
            <a:extLst>
              <a:ext uri="{FF2B5EF4-FFF2-40B4-BE49-F238E27FC236}">
                <a16:creationId xmlns:a16="http://schemas.microsoft.com/office/drawing/2014/main" id="{4D8CAD92-AB23-784E-BBCE-25C0466B2FF0}"/>
              </a:ext>
            </a:extLst>
          </p:cNvPr>
          <p:cNvSpPr>
            <a:spLocks noGrp="1"/>
          </p:cNvSpPr>
          <p:nvPr>
            <p:ph type="body" sz="quarter" idx="19" hasCustomPrompt="1"/>
          </p:nvPr>
        </p:nvSpPr>
        <p:spPr>
          <a:xfrm>
            <a:off x="8445147" y="4869160"/>
            <a:ext cx="3442051" cy="1152128"/>
          </a:xfrm>
          <a:prstGeom prst="rect">
            <a:avLst/>
          </a:prstGeom>
        </p:spPr>
        <p:txBody>
          <a:bodyPr/>
          <a:lstStyle>
            <a:lvl1pPr marL="285750" indent="-285750">
              <a:spcBef>
                <a:spcPts val="300"/>
              </a:spcBef>
              <a:buFont typeface="Arial" panose="020B0604020202020204" pitchFamily="34" charset="0"/>
              <a:buChar char="•"/>
              <a:defRPr sz="2000">
                <a:solidFill>
                  <a:schemeClr val="bg1"/>
                </a:solidFill>
                <a:latin typeface="Roboto Medium" pitchFamily="2" charset="0"/>
                <a:ea typeface="Roboto Medium" pitchFamily="2" charset="0"/>
                <a:cs typeface="Roboto Medium" pitchFamily="2" charset="0"/>
              </a:defRPr>
            </a:lvl1pPr>
            <a:lvl2pPr marL="400050" indent="-157163">
              <a:spcBef>
                <a:spcPts val="900"/>
              </a:spcBef>
              <a:tabLst/>
              <a:defRPr sz="1100">
                <a:solidFill>
                  <a:schemeClr val="bg1"/>
                </a:solidFill>
              </a:defRPr>
            </a:lvl2pPr>
            <a:lvl3pPr marL="744538" indent="-150813">
              <a:spcBef>
                <a:spcPts val="900"/>
              </a:spcBef>
              <a:tabLst/>
              <a:defRPr sz="9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p:txBody>
      </p:sp>
      <p:sp>
        <p:nvSpPr>
          <p:cNvPr id="14" name="Text Placeholder 2">
            <a:extLst>
              <a:ext uri="{FF2B5EF4-FFF2-40B4-BE49-F238E27FC236}">
                <a16:creationId xmlns:a16="http://schemas.microsoft.com/office/drawing/2014/main" id="{9133F4C6-1C2F-3C4D-AEE3-3C40BF75EF44}"/>
              </a:ext>
            </a:extLst>
          </p:cNvPr>
          <p:cNvSpPr>
            <a:spLocks noGrp="1"/>
          </p:cNvSpPr>
          <p:nvPr>
            <p:ph type="body" sz="quarter" idx="20"/>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28" name="Picture Placeholder 2">
            <a:extLst>
              <a:ext uri="{FF2B5EF4-FFF2-40B4-BE49-F238E27FC236}">
                <a16:creationId xmlns:a16="http://schemas.microsoft.com/office/drawing/2014/main" id="{2F415E3C-898F-174D-87AF-BF01FE9814F3}"/>
              </a:ext>
            </a:extLst>
          </p:cNvPr>
          <p:cNvSpPr>
            <a:spLocks noGrp="1"/>
          </p:cNvSpPr>
          <p:nvPr>
            <p:ph type="pic" sz="quarter" idx="24"/>
          </p:nvPr>
        </p:nvSpPr>
        <p:spPr>
          <a:xfrm>
            <a:off x="699247" y="2526937"/>
            <a:ext cx="3291840" cy="2167128"/>
          </a:xfrm>
          <a:prstGeom prst="rect">
            <a:avLst/>
          </a:prstGeom>
        </p:spPr>
        <p:txBody>
          <a:bodyPr/>
          <a:lstStyle>
            <a:lvl1pPr>
              <a:defRPr sz="1400">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21"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4583041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Slide Black">
    <p:bg bwMode="gray">
      <p:bgPr>
        <a:solidFill>
          <a:schemeClr val="bg1"/>
        </a:solidFill>
        <a:effectLst/>
      </p:bgPr>
    </p:bg>
    <p:spTree>
      <p:nvGrpSpPr>
        <p:cNvPr id="1" name=""/>
        <p:cNvGrpSpPr/>
        <p:nvPr/>
      </p:nvGrpSpPr>
      <p:grpSpPr>
        <a:xfrm>
          <a:off x="0" y="0"/>
          <a:ext cx="0" cy="0"/>
          <a:chOff x="0" y="0"/>
          <a:chExt cx="0" cy="0"/>
        </a:xfrm>
      </p:grpSpPr>
      <p:pic>
        <p:nvPicPr>
          <p:cNvPr id="8194"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able Slide Black">
    <p:bg bwMode="gray">
      <p:bgPr>
        <a:solidFill>
          <a:schemeClr val="bg1"/>
        </a:solidFill>
        <a:effectLst/>
      </p:bgPr>
    </p:bg>
    <p:spTree>
      <p:nvGrpSpPr>
        <p:cNvPr id="1" name=""/>
        <p:cNvGrpSpPr/>
        <p:nvPr/>
      </p:nvGrpSpPr>
      <p:grpSpPr>
        <a:xfrm>
          <a:off x="0" y="0"/>
          <a:ext cx="0" cy="0"/>
          <a:chOff x="0" y="0"/>
          <a:chExt cx="0" cy="0"/>
        </a:xfrm>
      </p:grpSpPr>
      <p:pic>
        <p:nvPicPr>
          <p:cNvPr id="9218"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Table page</a:t>
            </a:r>
          </a:p>
        </p:txBody>
      </p:sp>
      <p:sp>
        <p:nvSpPr>
          <p:cNvPr id="8" name="Text Placeholder 2">
            <a:extLst>
              <a:ext uri="{FF2B5EF4-FFF2-40B4-BE49-F238E27FC236}">
                <a16:creationId xmlns:a16="http://schemas.microsoft.com/office/drawing/2014/main" id="{A7260009-5486-ED4F-84C4-78FE71BC59FC}"/>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4" name="Table Placeholder 3">
            <a:extLst>
              <a:ext uri="{FF2B5EF4-FFF2-40B4-BE49-F238E27FC236}">
                <a16:creationId xmlns:a16="http://schemas.microsoft.com/office/drawing/2014/main" id="{941EFC9F-B96F-204C-8057-F2337DEBA477}"/>
              </a:ext>
            </a:extLst>
          </p:cNvPr>
          <p:cNvSpPr>
            <a:spLocks noGrp="1"/>
          </p:cNvSpPr>
          <p:nvPr>
            <p:ph type="tbl" sz="quarter" idx="18" hasCustomPrompt="1"/>
          </p:nvPr>
        </p:nvSpPr>
        <p:spPr>
          <a:xfrm>
            <a:off x="623392" y="2204864"/>
            <a:ext cx="11089183" cy="3887961"/>
          </a:xfrm>
          <a:prstGeom prst="rect">
            <a:avLst/>
          </a:prstGeom>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Table</a:t>
            </a:r>
          </a:p>
        </p:txBody>
      </p:sp>
      <p:sp>
        <p:nvSpPr>
          <p:cNvPr id="9"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0254700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aph Slide Black">
    <p:bg bwMode="gray">
      <p:bgPr>
        <a:solidFill>
          <a:schemeClr val="bg1"/>
        </a:solidFill>
        <a:effectLst/>
      </p:bgPr>
    </p:bg>
    <p:spTree>
      <p:nvGrpSpPr>
        <p:cNvPr id="1" name=""/>
        <p:cNvGrpSpPr/>
        <p:nvPr/>
      </p:nvGrpSpPr>
      <p:grpSpPr>
        <a:xfrm>
          <a:off x="0" y="0"/>
          <a:ext cx="0" cy="0"/>
          <a:chOff x="0" y="0"/>
          <a:chExt cx="0" cy="0"/>
        </a:xfrm>
      </p:grpSpPr>
      <p:pic>
        <p:nvPicPr>
          <p:cNvPr id="12290"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Graph Slide Black">
    <p:bg bwMode="gray">
      <p:bgPr>
        <a:solidFill>
          <a:schemeClr val="bg1"/>
        </a:solidFill>
        <a:effectLst/>
      </p:bgPr>
    </p:bg>
    <p:spTree>
      <p:nvGrpSpPr>
        <p:cNvPr id="1" name=""/>
        <p:cNvGrpSpPr/>
        <p:nvPr/>
      </p:nvGrpSpPr>
      <p:grpSpPr>
        <a:xfrm>
          <a:off x="0" y="0"/>
          <a:ext cx="0" cy="0"/>
          <a:chOff x="0" y="0"/>
          <a:chExt cx="0" cy="0"/>
        </a:xfrm>
      </p:grpSpPr>
      <p:pic>
        <p:nvPicPr>
          <p:cNvPr id="13314"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hasCustomPrompt="1"/>
          </p:nvPr>
        </p:nvSpPr>
        <p:spPr>
          <a:xfrm>
            <a:off x="407368" y="2276872"/>
            <a:ext cx="11325348" cy="3751914"/>
          </a:xfrm>
          <a:prstGeom prst="rect">
            <a:avLst/>
          </a:prstGeom>
          <a:ln>
            <a:noFill/>
          </a:ln>
        </p:spPr>
        <p:txBody>
          <a:bodyPr/>
          <a:lstStyle>
            <a:lvl1pPr>
              <a:defRPr>
                <a:solidFill>
                  <a:srgbClr val="A5A5A5"/>
                </a:solidFill>
                <a:latin typeface="Roboto Medium" pitchFamily="2" charset="0"/>
                <a:ea typeface="Roboto Medium" pitchFamily="2" charset="0"/>
                <a:cs typeface="Roboto Medium" pitchFamily="2" charset="0"/>
              </a:defRPr>
            </a:lvl1pPr>
          </a:lstStyle>
          <a:p>
            <a:r>
              <a:rPr lang="en-US" dirty="0"/>
              <a:t>Click icon to add bar Graph</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623392" y="1340768"/>
            <a:ext cx="11089232" cy="864096"/>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 Master text styles</a:t>
            </a:r>
          </a:p>
        </p:txBody>
      </p:sp>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23146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py and Graph Black">
    <p:bg bwMode="gray">
      <p:bgPr>
        <a:solidFill>
          <a:schemeClr val="bg1"/>
        </a:solidFill>
        <a:effectLst/>
      </p:bgPr>
    </p:bg>
    <p:spTree>
      <p:nvGrpSpPr>
        <p:cNvPr id="1" name=""/>
        <p:cNvGrpSpPr/>
        <p:nvPr/>
      </p:nvGrpSpPr>
      <p:grpSpPr>
        <a:xfrm>
          <a:off x="0" y="0"/>
          <a:ext cx="0" cy="0"/>
          <a:chOff x="0" y="0"/>
          <a:chExt cx="0" cy="0"/>
        </a:xfrm>
      </p:grpSpPr>
      <p:pic>
        <p:nvPicPr>
          <p:cNvPr id="9"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a:solidFill>
                  <a:schemeClr val="bg1"/>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chemeClr val="bg1"/>
                </a:solidFill>
                <a:latin typeface="Roboto Medium" pitchFamily="2" charset="0"/>
                <a:ea typeface="Roboto Medium" pitchFamily="2" charset="0"/>
                <a:cs typeface="Roboto Medium" pitchFamily="2" charset="0"/>
              </a:defRPr>
            </a:lvl1pPr>
            <a:lvl2pPr marL="458788" indent="-215900">
              <a:spcBef>
                <a:spcPts val="1000"/>
              </a:spcBef>
              <a:tabLst/>
              <a:defRPr sz="2200">
                <a:solidFill>
                  <a:schemeClr val="bg1"/>
                </a:solidFill>
                <a:latin typeface="Roboto Medium" pitchFamily="2" charset="0"/>
                <a:ea typeface="Roboto Medium" pitchFamily="2" charset="0"/>
                <a:cs typeface="Roboto Medium" pitchFamily="2" charset="0"/>
              </a:defRPr>
            </a:lvl2pPr>
            <a:lvl3pPr marL="809625" indent="-215900">
              <a:spcBef>
                <a:spcPts val="1000"/>
              </a:spcBef>
              <a:tabLst/>
              <a:defRPr sz="2000">
                <a:solidFill>
                  <a:schemeClr val="bg1"/>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py and Graph Black">
    <p:bg bwMode="gray">
      <p:bgPr>
        <a:solidFill>
          <a:schemeClr val="bg1"/>
        </a:solidFill>
        <a:effectLst/>
      </p:bgPr>
    </p:bg>
    <p:spTree>
      <p:nvGrpSpPr>
        <p:cNvPr id="1" name=""/>
        <p:cNvGrpSpPr/>
        <p:nvPr/>
      </p:nvGrpSpPr>
      <p:grpSpPr>
        <a:xfrm>
          <a:off x="0" y="0"/>
          <a:ext cx="0" cy="0"/>
          <a:chOff x="0" y="0"/>
          <a:chExt cx="0" cy="0"/>
        </a:xfrm>
      </p:grpSpPr>
      <p:pic>
        <p:nvPicPr>
          <p:cNvPr id="7"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6328612" y="1376067"/>
            <a:ext cx="5404104" cy="4789237"/>
          </a:xfrm>
          <a:prstGeom prst="rect">
            <a:avLst/>
          </a:prstGeom>
        </p:spPr>
        <p:txBody>
          <a:bodyPr/>
          <a:lstStyle>
            <a:lvl1pPr>
              <a:defRPr baseline="0">
                <a:solidFill>
                  <a:srgbClr val="A5A5A5"/>
                </a:solidFill>
                <a:latin typeface="Roboto Medium" pitchFamily="2" charset="0"/>
                <a:ea typeface="Roboto Medium" pitchFamily="2" charset="0"/>
                <a:cs typeface="Roboto Medium" pitchFamily="2" charset="0"/>
              </a:defRPr>
            </a:lvl1pPr>
          </a:lstStyle>
          <a:p>
            <a:r>
              <a:rPr lang="en-US" dirty="0"/>
              <a:t>Click icon to add chart</a:t>
            </a: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623392" y="1399629"/>
            <a:ext cx="5230853" cy="4722813"/>
          </a:xfrm>
          <a:prstGeom prst="rect">
            <a:avLst/>
          </a:prstGeom>
        </p:spPr>
        <p:txBody>
          <a:bodyPr/>
          <a:lstStyle>
            <a:lvl1pPr>
              <a:spcBef>
                <a:spcPts val="1000"/>
              </a:spcBef>
              <a:defRPr sz="2400">
                <a:solidFill>
                  <a:srgbClr val="A5A5A5"/>
                </a:solidFill>
                <a:latin typeface="Roboto Medium" pitchFamily="2" charset="0"/>
                <a:ea typeface="Roboto Medium" pitchFamily="2" charset="0"/>
                <a:cs typeface="Roboto Medium" pitchFamily="2" charset="0"/>
              </a:defRPr>
            </a:lvl1pPr>
            <a:lvl2pPr marL="458788" indent="-215900">
              <a:spcBef>
                <a:spcPts val="1000"/>
              </a:spcBef>
              <a:tabLst/>
              <a:defRPr sz="2200">
                <a:solidFill>
                  <a:srgbClr val="A5A5A5"/>
                </a:solidFill>
                <a:latin typeface="Roboto Medium" pitchFamily="2" charset="0"/>
                <a:ea typeface="Roboto Medium" pitchFamily="2" charset="0"/>
                <a:cs typeface="Roboto Medium" pitchFamily="2" charset="0"/>
              </a:defRPr>
            </a:lvl2pPr>
            <a:lvl3pPr marL="809625" indent="-215900">
              <a:spcBef>
                <a:spcPts val="1000"/>
              </a:spcBef>
              <a:tabLst/>
              <a:defRPr sz="2000">
                <a:solidFill>
                  <a:srgbClr val="A5A5A5"/>
                </a:solidFill>
                <a:latin typeface="Roboto Medium" pitchFamily="2" charset="0"/>
                <a:ea typeface="Roboto Medium" pitchFamily="2" charset="0"/>
                <a:cs typeface="Roboto Medium" pitchFamily="2" charset="0"/>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8"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69" y="395786"/>
            <a:ext cx="6211927"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35185102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low Slide Black">
    <p:bg bwMode="gray">
      <p:bgPr>
        <a:solidFill>
          <a:schemeClr val="bg1"/>
        </a:solidFill>
        <a:effectLst/>
      </p:bgPr>
    </p:bg>
    <p:spTree>
      <p:nvGrpSpPr>
        <p:cNvPr id="1" name=""/>
        <p:cNvGrpSpPr/>
        <p:nvPr/>
      </p:nvGrpSpPr>
      <p:grpSpPr>
        <a:xfrm>
          <a:off x="0" y="0"/>
          <a:ext cx="0" cy="0"/>
          <a:chOff x="0" y="0"/>
          <a:chExt cx="0" cy="0"/>
        </a:xfrm>
      </p:grpSpPr>
      <p:pic>
        <p:nvPicPr>
          <p:cNvPr id="21" name="Picture 2" descr="C:\Users\Admin\Downloads\ilovepdf_pages-to-jpg (4)\RU_PPT Template-Grey Blank (1)_page-0005.jpg"/>
          <p:cNvPicPr>
            <a:picLocks noChangeAspect="1" noChangeArrowheads="1"/>
          </p:cNvPicPr>
          <p:nvPr userDrawn="1"/>
        </p:nvPicPr>
        <p:blipFill>
          <a:blip r:embed="rId2"/>
          <a:srcRect/>
          <a:stretch>
            <a:fillRect/>
          </a:stretch>
        </p:blipFill>
        <p:spPr bwMode="auto">
          <a:xfrm>
            <a:off x="0" y="0"/>
            <a:ext cx="12193191" cy="6858000"/>
          </a:xfrm>
          <a:prstGeom prst="rect">
            <a:avLst/>
          </a:prstGeom>
          <a:noFill/>
        </p:spPr>
      </p:pic>
      <p:sp>
        <p:nvSpPr>
          <p:cNvPr id="11"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chemeClr val="bg1"/>
                </a:solidFill>
                <a:latin typeface="Roboto Medium" pitchFamily="2" charset="0"/>
                <a:ea typeface="Roboto Medium" pitchFamily="2" charset="0"/>
                <a:cs typeface="Roboto Medium" pitchFamily="2" charset="0"/>
              </a:defRPr>
            </a:lvl1pPr>
          </a:lstStyle>
          <a:p>
            <a:r>
              <a:rPr lang="en-US" dirty="0"/>
              <a:t>Work Flow slide</a:t>
            </a:r>
          </a:p>
        </p:txBody>
      </p:sp>
      <p:sp>
        <p:nvSpPr>
          <p:cNvPr id="7" name="Text Placeholder 2">
            <a:extLst>
              <a:ext uri="{FF2B5EF4-FFF2-40B4-BE49-F238E27FC236}">
                <a16:creationId xmlns:a16="http://schemas.microsoft.com/office/drawing/2014/main" id="{9C105C5C-DB09-9B48-BE37-71390178EE77}"/>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chemeClr val="bg1"/>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 name="Pentagon 1">
            <a:extLst>
              <a:ext uri="{FF2B5EF4-FFF2-40B4-BE49-F238E27FC236}">
                <a16:creationId xmlns:a16="http://schemas.microsoft.com/office/drawing/2014/main" id="{8FBA3758-16A0-D14A-BD36-337B1D31271F}"/>
              </a:ext>
            </a:extLst>
          </p:cNvPr>
          <p:cNvSpPr/>
          <p:nvPr userDrawn="1"/>
        </p:nvSpPr>
        <p:spPr>
          <a:xfrm>
            <a:off x="808086" y="2636912"/>
            <a:ext cx="3816424" cy="1800200"/>
          </a:xfrm>
          <a:prstGeom prst="homePlate">
            <a:avLst>
              <a:gd name="adj" fmla="val 22899"/>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5" name="Freeform 14">
            <a:extLst>
              <a:ext uri="{FF2B5EF4-FFF2-40B4-BE49-F238E27FC236}">
                <a16:creationId xmlns:a16="http://schemas.microsoft.com/office/drawing/2014/main" id="{64720C1A-BDFE-E146-B6ED-4700DEA3F3E3}"/>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17" name="Freeform 16">
            <a:extLst>
              <a:ext uri="{FF2B5EF4-FFF2-40B4-BE49-F238E27FC236}">
                <a16:creationId xmlns:a16="http://schemas.microsoft.com/office/drawing/2014/main" id="{E3B464B9-0F71-424C-BC88-02B2AA03265F}"/>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Roboto Medium" pitchFamily="2" charset="0"/>
              <a:ea typeface="Roboto Medium" pitchFamily="2" charset="0"/>
              <a:cs typeface="Nobel-Light" panose="02000506020000020004" pitchFamily="2" charset="0"/>
            </a:endParaRPr>
          </a:p>
        </p:txBody>
      </p:sp>
      <p:sp>
        <p:nvSpPr>
          <p:cNvPr id="5" name="Text Placeholder 4">
            <a:extLst>
              <a:ext uri="{FF2B5EF4-FFF2-40B4-BE49-F238E27FC236}">
                <a16:creationId xmlns:a16="http://schemas.microsoft.com/office/drawing/2014/main" id="{5D376484-E90C-F04E-B131-5D61FED1F333}"/>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194D7AD1-383D-8841-8460-9BA6874F355E}"/>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9" name="Text Placeholder 4">
            <a:extLst>
              <a:ext uri="{FF2B5EF4-FFF2-40B4-BE49-F238E27FC236}">
                <a16:creationId xmlns:a16="http://schemas.microsoft.com/office/drawing/2014/main" id="{D95E0D3F-8EC7-5649-B14D-1D587E65EF9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chemeClr val="bg1"/>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20" name="Text Placeholder 4">
            <a:extLst>
              <a:ext uri="{FF2B5EF4-FFF2-40B4-BE49-F238E27FC236}">
                <a16:creationId xmlns:a16="http://schemas.microsoft.com/office/drawing/2014/main" id="{7D7869EA-8258-0C41-A3E5-4FCD4D1F1758}"/>
              </a:ext>
            </a:extLst>
          </p:cNvPr>
          <p:cNvSpPr>
            <a:spLocks noGrp="1"/>
          </p:cNvSpPr>
          <p:nvPr>
            <p:ph type="body" sz="quarter" idx="21" hasCustomPrompt="1"/>
          </p:nvPr>
        </p:nvSpPr>
        <p:spPr>
          <a:xfrm>
            <a:off x="880590" y="4648587"/>
            <a:ext cx="3311525" cy="1657350"/>
          </a:xfrm>
          <a:prstGeom prst="rect">
            <a:avLst/>
          </a:prstGeom>
        </p:spPr>
        <p:txBody>
          <a:bodyPr/>
          <a:lstStyle>
            <a:lvl1pPr>
              <a:spcBef>
                <a:spcPts val="300"/>
              </a:spcBef>
              <a:defRPr sz="200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lvl="0"/>
            <a:r>
              <a:rPr lang="en-US" altLang="ja-JP" dirty="0"/>
              <a:t>Editable body copy</a:t>
            </a:r>
          </a:p>
          <a:p>
            <a:pPr lvl="1"/>
            <a:r>
              <a:rPr lang="en-US" dirty="0"/>
              <a:t>Editable body copy</a:t>
            </a:r>
          </a:p>
          <a:p>
            <a:pPr lvl="2"/>
            <a:r>
              <a:rPr lang="en-US" dirty="0"/>
              <a:t>Editable body copy</a:t>
            </a:r>
          </a:p>
        </p:txBody>
      </p:sp>
      <p:sp>
        <p:nvSpPr>
          <p:cNvPr id="23" name="Text Placeholder 4">
            <a:extLst>
              <a:ext uri="{FF2B5EF4-FFF2-40B4-BE49-F238E27FC236}">
                <a16:creationId xmlns:a16="http://schemas.microsoft.com/office/drawing/2014/main" id="{06121E29-064A-1641-86F9-CFB9DAF65AEC}"/>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4" name="Text Placeholder 4">
            <a:extLst>
              <a:ext uri="{FF2B5EF4-FFF2-40B4-BE49-F238E27FC236}">
                <a16:creationId xmlns:a16="http://schemas.microsoft.com/office/drawing/2014/main" id="{0018615F-C088-3949-9CA2-1FDCB1416F79}"/>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chemeClr val="bg1"/>
                </a:solidFill>
                <a:latin typeface="Roboto Medium" pitchFamily="2" charset="0"/>
                <a:ea typeface="Roboto Medium" pitchFamily="2" charset="0"/>
                <a:cs typeface="Roboto Medium" pitchFamily="2" charset="0"/>
              </a:defRPr>
            </a:lvl1pPr>
            <a:lvl2pPr>
              <a:spcBef>
                <a:spcPts val="300"/>
              </a:spcBef>
              <a:defRPr sz="1400">
                <a:solidFill>
                  <a:schemeClr val="bg1"/>
                </a:solidFill>
                <a:latin typeface="Roboto Medium" pitchFamily="2" charset="0"/>
                <a:ea typeface="Roboto Medium" pitchFamily="2" charset="0"/>
                <a:cs typeface="Roboto Medium" pitchFamily="2" charset="0"/>
              </a:defRPr>
            </a:lvl2pPr>
            <a:lvl3pPr>
              <a:spcBef>
                <a:spcPts val="300"/>
              </a:spcBef>
              <a:defRPr sz="1200">
                <a:solidFill>
                  <a:schemeClr val="bg1"/>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2"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7048283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ow Slide White">
    <p:bg bwMode="gray">
      <p:bgPr>
        <a:solidFill>
          <a:schemeClr val="bg1"/>
        </a:solidFill>
        <a:effectLst/>
      </p:bgPr>
    </p:bg>
    <p:spTree>
      <p:nvGrpSpPr>
        <p:cNvPr id="1" name=""/>
        <p:cNvGrpSpPr/>
        <p:nvPr/>
      </p:nvGrpSpPr>
      <p:grpSpPr>
        <a:xfrm>
          <a:off x="0" y="0"/>
          <a:ext cx="0" cy="0"/>
          <a:chOff x="0" y="0"/>
          <a:chExt cx="0" cy="0"/>
        </a:xfrm>
      </p:grpSpPr>
      <p:pic>
        <p:nvPicPr>
          <p:cNvPr id="23" name="Picture 2" descr="C:\Users\Admin\Downloads\ilovepdf_pages-to-jpg (3)\RU_PPT Template-White Blank (1)_page-0005.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595470" y="395786"/>
            <a:ext cx="5258776" cy="838202"/>
          </a:xfrm>
          <a:prstGeom prst="rect">
            <a:avLst/>
          </a:prstGeom>
        </p:spPr>
        <p:txBody>
          <a:bodyPr anchor="ctr" anchorCtr="0">
            <a:noAutofit/>
          </a:bodyPr>
          <a:lstStyle>
            <a:lvl1pPr>
              <a:defRPr sz="2800" cap="all" spc="0" baseline="0">
                <a:solidFill>
                  <a:srgbClr val="A5A5A5"/>
                </a:solidFill>
                <a:latin typeface="Roboto Medium" pitchFamily="2" charset="0"/>
                <a:ea typeface="Roboto Medium" pitchFamily="2" charset="0"/>
                <a:cs typeface="Roboto Medium" pitchFamily="2" charset="0"/>
              </a:defRPr>
            </a:lvl1pPr>
          </a:lstStyle>
          <a:p>
            <a:r>
              <a:rPr lang="en-US" dirty="0"/>
              <a:t>Workflow slide</a:t>
            </a:r>
          </a:p>
        </p:txBody>
      </p:sp>
      <p:sp>
        <p:nvSpPr>
          <p:cNvPr id="8" name="Pentagon 7">
            <a:extLst>
              <a:ext uri="{FF2B5EF4-FFF2-40B4-BE49-F238E27FC236}">
                <a16:creationId xmlns:a16="http://schemas.microsoft.com/office/drawing/2014/main" id="{5A79C9B3-40EA-6841-962A-BB4931099614}"/>
              </a:ext>
            </a:extLst>
          </p:cNvPr>
          <p:cNvSpPr/>
          <p:nvPr userDrawn="1"/>
        </p:nvSpPr>
        <p:spPr>
          <a:xfrm>
            <a:off x="808086" y="2636912"/>
            <a:ext cx="3816424" cy="1800200"/>
          </a:xfrm>
          <a:prstGeom prst="homePlate">
            <a:avLst>
              <a:gd name="adj" fmla="val 228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3" name="Freeform 12">
            <a:extLst>
              <a:ext uri="{FF2B5EF4-FFF2-40B4-BE49-F238E27FC236}">
                <a16:creationId xmlns:a16="http://schemas.microsoft.com/office/drawing/2014/main" id="{65D17357-6BFE-1941-B56A-C8F51F73177D}"/>
              </a:ext>
            </a:extLst>
          </p:cNvPr>
          <p:cNvSpPr/>
          <p:nvPr userDrawn="1"/>
        </p:nvSpPr>
        <p:spPr>
          <a:xfrm>
            <a:off x="440848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4" name="Freeform 13">
            <a:extLst>
              <a:ext uri="{FF2B5EF4-FFF2-40B4-BE49-F238E27FC236}">
                <a16:creationId xmlns:a16="http://schemas.microsoft.com/office/drawing/2014/main" id="{480B83C1-8261-F644-8639-88185FC10CFE}"/>
              </a:ext>
            </a:extLst>
          </p:cNvPr>
          <p:cNvSpPr/>
          <p:nvPr userDrawn="1"/>
        </p:nvSpPr>
        <p:spPr>
          <a:xfrm>
            <a:off x="7648846" y="2636912"/>
            <a:ext cx="3487714" cy="1800200"/>
          </a:xfrm>
          <a:custGeom>
            <a:avLst/>
            <a:gdLst>
              <a:gd name="connsiteX0" fmla="*/ 0 w 3487714"/>
              <a:gd name="connsiteY0" fmla="*/ 0 h 1800200"/>
              <a:gd name="connsiteX1" fmla="*/ 3075486 w 3487714"/>
              <a:gd name="connsiteY1" fmla="*/ 0 h 1800200"/>
              <a:gd name="connsiteX2" fmla="*/ 3487714 w 3487714"/>
              <a:gd name="connsiteY2" fmla="*/ 900100 h 1800200"/>
              <a:gd name="connsiteX3" fmla="*/ 3075486 w 3487714"/>
              <a:gd name="connsiteY3" fmla="*/ 1800200 h 1800200"/>
              <a:gd name="connsiteX4" fmla="*/ 0 w 3487714"/>
              <a:gd name="connsiteY4" fmla="*/ 1800200 h 1800200"/>
              <a:gd name="connsiteX5" fmla="*/ 412228 w 3487714"/>
              <a:gd name="connsiteY5" fmla="*/ 900100 h 1800200"/>
              <a:gd name="connsiteX6" fmla="*/ 0 w 3487714"/>
              <a:gd name="connsiteY6" fmla="*/ 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7714" h="1800200">
                <a:moveTo>
                  <a:pt x="0" y="0"/>
                </a:moveTo>
                <a:lnTo>
                  <a:pt x="3075486" y="0"/>
                </a:lnTo>
                <a:lnTo>
                  <a:pt x="3487714" y="900100"/>
                </a:lnTo>
                <a:lnTo>
                  <a:pt x="3075486" y="1800200"/>
                </a:lnTo>
                <a:lnTo>
                  <a:pt x="0" y="1800200"/>
                </a:lnTo>
                <a:lnTo>
                  <a:pt x="412228" y="900100"/>
                </a:lnTo>
                <a:lnTo>
                  <a:pt x="0"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A5A5A5"/>
              </a:solidFill>
              <a:latin typeface="Roboto Medium" pitchFamily="2" charset="0"/>
              <a:ea typeface="Roboto Medium" pitchFamily="2" charset="0"/>
              <a:cs typeface="Nobel-Light" panose="02000506020000020004" pitchFamily="2" charset="0"/>
            </a:endParaRPr>
          </a:p>
        </p:txBody>
      </p:sp>
      <p:sp>
        <p:nvSpPr>
          <p:cNvPr id="15" name="Text Placeholder 4">
            <a:extLst>
              <a:ext uri="{FF2B5EF4-FFF2-40B4-BE49-F238E27FC236}">
                <a16:creationId xmlns:a16="http://schemas.microsoft.com/office/drawing/2014/main" id="{CF6605B9-0F65-4D4B-9FFA-E922993530EA}"/>
              </a:ext>
            </a:extLst>
          </p:cNvPr>
          <p:cNvSpPr>
            <a:spLocks noGrp="1"/>
          </p:cNvSpPr>
          <p:nvPr>
            <p:ph type="body" sz="quarter" idx="18" hasCustomPrompt="1"/>
          </p:nvPr>
        </p:nvSpPr>
        <p:spPr>
          <a:xfrm>
            <a:off x="880590" y="2708275"/>
            <a:ext cx="331152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6" name="Text Placeholder 4">
            <a:extLst>
              <a:ext uri="{FF2B5EF4-FFF2-40B4-BE49-F238E27FC236}">
                <a16:creationId xmlns:a16="http://schemas.microsoft.com/office/drawing/2014/main" id="{99737036-FF00-C544-808C-D5A2177D418C}"/>
              </a:ext>
            </a:extLst>
          </p:cNvPr>
          <p:cNvSpPr>
            <a:spLocks noGrp="1"/>
          </p:cNvSpPr>
          <p:nvPr>
            <p:ph type="body" sz="quarter" idx="19" hasCustomPrompt="1"/>
          </p:nvPr>
        </p:nvSpPr>
        <p:spPr>
          <a:xfrm>
            <a:off x="4840534"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7" name="Text Placeholder 4">
            <a:extLst>
              <a:ext uri="{FF2B5EF4-FFF2-40B4-BE49-F238E27FC236}">
                <a16:creationId xmlns:a16="http://schemas.microsoft.com/office/drawing/2014/main" id="{91CC5985-5A7F-6441-BC10-7E669F1E87CB}"/>
              </a:ext>
            </a:extLst>
          </p:cNvPr>
          <p:cNvSpPr>
            <a:spLocks noGrp="1"/>
          </p:cNvSpPr>
          <p:nvPr>
            <p:ph type="body" sz="quarter" idx="20" hasCustomPrompt="1"/>
          </p:nvPr>
        </p:nvSpPr>
        <p:spPr>
          <a:xfrm>
            <a:off x="8105631" y="2708275"/>
            <a:ext cx="2826775" cy="1657350"/>
          </a:xfrm>
          <a:prstGeom prst="rect">
            <a:avLst/>
          </a:prstGeom>
        </p:spPr>
        <p:txBody>
          <a:bodyPr/>
          <a:lstStyle>
            <a:lvl1pPr>
              <a:spcBef>
                <a:spcPts val="500"/>
              </a:spcBef>
              <a:defRPr sz="1800">
                <a:solidFill>
                  <a:srgbClr val="A5A5A5"/>
                </a:solidFill>
                <a:latin typeface="Roboto Medium" pitchFamily="2" charset="0"/>
                <a:ea typeface="Roboto Medium" pitchFamily="2" charset="0"/>
                <a:cs typeface="Roboto Medium" pitchFamily="2" charset="0"/>
              </a:defRPr>
            </a:lvl1pPr>
            <a:lvl2pPr>
              <a:defRPr sz="1400">
                <a:solidFill>
                  <a:schemeClr val="bg1"/>
                </a:solidFill>
              </a:defRPr>
            </a:lvl2pPr>
            <a:lvl3pPr>
              <a:defRPr sz="1200">
                <a:solidFill>
                  <a:schemeClr val="bg1"/>
                </a:solidFill>
              </a:defRPr>
            </a:lvl3pPr>
            <a:lvl4pPr>
              <a:defRPr sz="1400">
                <a:solidFill>
                  <a:schemeClr val="bg1"/>
                </a:solidFill>
              </a:defRPr>
            </a:lvl4pPr>
            <a:lvl5pPr>
              <a:defRPr sz="1400">
                <a:solidFill>
                  <a:schemeClr val="bg1"/>
                </a:solidFill>
              </a:defRPr>
            </a:lvl5pPr>
          </a:lstStyle>
          <a:p>
            <a:pPr lvl="0"/>
            <a:r>
              <a:rPr lang="en-US" altLang="ja-JP" dirty="0"/>
              <a:t>Editable body copy</a:t>
            </a:r>
          </a:p>
        </p:txBody>
      </p:sp>
      <p:sp>
        <p:nvSpPr>
          <p:cNvPr id="18" name="Text Placeholder 4">
            <a:extLst>
              <a:ext uri="{FF2B5EF4-FFF2-40B4-BE49-F238E27FC236}">
                <a16:creationId xmlns:a16="http://schemas.microsoft.com/office/drawing/2014/main" id="{6AB7B642-A681-B34E-977A-6F85EA6BC12A}"/>
              </a:ext>
            </a:extLst>
          </p:cNvPr>
          <p:cNvSpPr>
            <a:spLocks noGrp="1"/>
          </p:cNvSpPr>
          <p:nvPr>
            <p:ph type="body" sz="quarter" idx="21" hasCustomPrompt="1"/>
          </p:nvPr>
        </p:nvSpPr>
        <p:spPr>
          <a:xfrm>
            <a:off x="880590" y="4648587"/>
            <a:ext cx="3311525"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19" name="Text Placeholder 4">
            <a:extLst>
              <a:ext uri="{FF2B5EF4-FFF2-40B4-BE49-F238E27FC236}">
                <a16:creationId xmlns:a16="http://schemas.microsoft.com/office/drawing/2014/main" id="{82827E12-373D-8B4F-AD69-9F7C005EDEA9}"/>
              </a:ext>
            </a:extLst>
          </p:cNvPr>
          <p:cNvSpPr>
            <a:spLocks noGrp="1"/>
          </p:cNvSpPr>
          <p:nvPr>
            <p:ph type="body" sz="quarter" idx="22" hasCustomPrompt="1"/>
          </p:nvPr>
        </p:nvSpPr>
        <p:spPr>
          <a:xfrm>
            <a:off x="4872727"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0" name="Text Placeholder 4">
            <a:extLst>
              <a:ext uri="{FF2B5EF4-FFF2-40B4-BE49-F238E27FC236}">
                <a16:creationId xmlns:a16="http://schemas.microsoft.com/office/drawing/2014/main" id="{9FCBB0C0-51D7-0448-A90C-8B8B74462D90}"/>
              </a:ext>
            </a:extLst>
          </p:cNvPr>
          <p:cNvSpPr>
            <a:spLocks noGrp="1"/>
          </p:cNvSpPr>
          <p:nvPr>
            <p:ph type="body" sz="quarter" idx="23" hasCustomPrompt="1"/>
          </p:nvPr>
        </p:nvSpPr>
        <p:spPr>
          <a:xfrm>
            <a:off x="8084278" y="4648587"/>
            <a:ext cx="2848128" cy="1657350"/>
          </a:xfrm>
          <a:prstGeom prst="rect">
            <a:avLst/>
          </a:prstGeom>
        </p:spPr>
        <p:txBody>
          <a:bodyPr/>
          <a:lstStyle>
            <a:lvl1pPr marL="228600" indent="-228600">
              <a:spcBef>
                <a:spcPts val="300"/>
              </a:spcBef>
              <a:defRPr lang="en-US" altLang="ja-JP" sz="2000" kern="1200" dirty="0">
                <a:solidFill>
                  <a:srgbClr val="A5A5A5"/>
                </a:solidFill>
                <a:latin typeface="Roboto Medium" pitchFamily="2" charset="0"/>
                <a:ea typeface="Roboto Medium" pitchFamily="2" charset="0"/>
                <a:cs typeface="Roboto Medium" pitchFamily="2" charset="0"/>
              </a:defRPr>
            </a:lvl1pPr>
            <a:lvl2pPr>
              <a:spcBef>
                <a:spcPts val="300"/>
              </a:spcBef>
              <a:defRPr sz="1400">
                <a:solidFill>
                  <a:srgbClr val="A5A5A5"/>
                </a:solidFill>
                <a:latin typeface="Roboto Medium" pitchFamily="2" charset="0"/>
                <a:ea typeface="Roboto Medium" pitchFamily="2" charset="0"/>
                <a:cs typeface="Roboto Medium" pitchFamily="2" charset="0"/>
              </a:defRPr>
            </a:lvl2pPr>
            <a:lvl3pPr>
              <a:spcBef>
                <a:spcPts val="300"/>
              </a:spcBef>
              <a:defRPr sz="1200">
                <a:solidFill>
                  <a:srgbClr val="A5A5A5"/>
                </a:solidFill>
                <a:latin typeface="Roboto Medium" pitchFamily="2" charset="0"/>
                <a:ea typeface="Roboto Medium" pitchFamily="2" charset="0"/>
                <a:cs typeface="Roboto Medium" pitchFamily="2" charset="0"/>
              </a:defRPr>
            </a:lvl3pPr>
            <a:lvl4pPr>
              <a:defRPr sz="1400">
                <a:solidFill>
                  <a:schemeClr val="bg1"/>
                </a:solidFill>
              </a:defRPr>
            </a:lvl4pPr>
            <a:lvl5pPr>
              <a:defRPr sz="1400">
                <a:solidFill>
                  <a:schemeClr val="bg1"/>
                </a:solidFill>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ltLang="ja-JP" dirty="0"/>
              <a:t>Editable body copy</a:t>
            </a:r>
          </a:p>
          <a:p>
            <a:pPr lvl="1"/>
            <a:r>
              <a:rPr lang="en-US" dirty="0"/>
              <a:t>Editable body copy</a:t>
            </a:r>
          </a:p>
          <a:p>
            <a:pPr lvl="2"/>
            <a:r>
              <a:rPr lang="en-US" dirty="0"/>
              <a:t>Editable body copy</a:t>
            </a:r>
          </a:p>
        </p:txBody>
      </p:sp>
      <p:sp>
        <p:nvSpPr>
          <p:cNvPr id="21" name="Text Placeholder 2">
            <a:extLst>
              <a:ext uri="{FF2B5EF4-FFF2-40B4-BE49-F238E27FC236}">
                <a16:creationId xmlns:a16="http://schemas.microsoft.com/office/drawing/2014/main" id="{0E1F1297-EA50-094F-9E80-E44D36C5432B}"/>
              </a:ext>
            </a:extLst>
          </p:cNvPr>
          <p:cNvSpPr>
            <a:spLocks noGrp="1"/>
          </p:cNvSpPr>
          <p:nvPr>
            <p:ph type="body" sz="quarter" idx="17" hasCustomPrompt="1"/>
          </p:nvPr>
        </p:nvSpPr>
        <p:spPr>
          <a:xfrm>
            <a:off x="623392" y="1340768"/>
            <a:ext cx="11089232" cy="1008112"/>
          </a:xfrm>
          <a:prstGeom prst="rect">
            <a:avLst/>
          </a:prstGeom>
        </p:spPr>
        <p:txBody>
          <a:bodyPr anchor="ctr"/>
          <a:lstStyle>
            <a:lvl1pPr marL="0" indent="0">
              <a:spcBef>
                <a:spcPts val="1000"/>
              </a:spcBef>
              <a:buNone/>
              <a:defRPr sz="2400">
                <a:solidFill>
                  <a:srgbClr val="A5A5A5"/>
                </a:solidFill>
                <a:latin typeface="Roboto Medium" pitchFamily="2" charset="0"/>
                <a:ea typeface="Roboto Medium" pitchFamily="2" charset="0"/>
                <a:cs typeface="Roboto Medium" pitchFamily="2" charset="0"/>
              </a:defRPr>
            </a:lvl1pPr>
            <a:lvl2pPr marL="458788" indent="-215900">
              <a:spcBef>
                <a:spcPts val="900"/>
              </a:spcBef>
              <a:tabLst/>
              <a:defRPr sz="2000">
                <a:solidFill>
                  <a:schemeClr val="bg1"/>
                </a:solidFill>
              </a:defRPr>
            </a:lvl2pPr>
            <a:lvl3pPr marL="809625" indent="-215900">
              <a:spcBef>
                <a:spcPts val="900"/>
              </a:spcBef>
              <a:tabLst/>
              <a:defRPr sz="1800">
                <a:solidFill>
                  <a:schemeClr val="bg1"/>
                </a:solidFill>
              </a:defRPr>
            </a:lvl3pPr>
            <a:lvl4pPr marL="1093788" indent="-203200">
              <a:spcBef>
                <a:spcPts val="900"/>
              </a:spcBef>
              <a:tabLst/>
              <a:defRPr sz="1600">
                <a:solidFill>
                  <a:schemeClr val="bg1"/>
                </a:solidFill>
              </a:defRPr>
            </a:lvl4pPr>
            <a:lvl5pPr marL="1323975" indent="-230188">
              <a:spcBef>
                <a:spcPts val="900"/>
              </a:spcBef>
              <a:tabLst/>
              <a:defRPr sz="1600">
                <a:solidFill>
                  <a:schemeClr val="bg1"/>
                </a:solidFill>
              </a:defRPr>
            </a:lvl5pPr>
          </a:lstStyle>
          <a:p>
            <a:pPr lvl="0"/>
            <a:r>
              <a:rPr lang="en-US" dirty="0"/>
              <a:t>Editable body copy</a:t>
            </a:r>
          </a:p>
        </p:txBody>
      </p:sp>
      <p:sp>
        <p:nvSpPr>
          <p:cNvPr id="24"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Tree>
    <p:extLst>
      <p:ext uri="{BB962C8B-B14F-4D97-AF65-F5344CB8AC3E}">
        <p14:creationId xmlns:p14="http://schemas.microsoft.com/office/powerpoint/2010/main" val="22860595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hank You White">
    <p:bg bwMode="gray">
      <p:bgPr>
        <a:solidFill>
          <a:schemeClr val="bg1"/>
        </a:solidFill>
        <a:effectLst/>
      </p:bgPr>
    </p:bg>
    <p:spTree>
      <p:nvGrpSpPr>
        <p:cNvPr id="1" name=""/>
        <p:cNvGrpSpPr/>
        <p:nvPr/>
      </p:nvGrpSpPr>
      <p:grpSpPr>
        <a:xfrm>
          <a:off x="0" y="0"/>
          <a:ext cx="0" cy="0"/>
          <a:chOff x="0" y="0"/>
          <a:chExt cx="0" cy="0"/>
        </a:xfrm>
      </p:grpSpPr>
      <p:pic>
        <p:nvPicPr>
          <p:cNvPr id="14338" name="Picture 2" descr="C:\Users\Admin\Downloads\ilovepdf_pages-to-jpg (3)\RU_PPT Template-White Blank (1)_page-0002.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14339" name="Picture 3" descr="C:\Users\Admin\Downloads\ilovepdf_pages-to-jpg (3)\RU_PPT Template-White Blank (1)_page-0001.jpg"/>
          <p:cNvPicPr>
            <a:picLocks noChangeAspect="1" noChangeArrowheads="1"/>
          </p:cNvPicPr>
          <p:nvPr userDrawn="1"/>
        </p:nvPicPr>
        <p:blipFill>
          <a:blip r:embed="rId3" cstate="print"/>
          <a:srcRect l="6250" t="83342" b="3324"/>
          <a:stretch>
            <a:fillRect/>
          </a:stretch>
        </p:blipFill>
        <p:spPr bwMode="auto">
          <a:xfrm>
            <a:off x="2173941" y="5983224"/>
            <a:ext cx="9982200" cy="798576"/>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Thank You White">
    <p:bg bwMode="gray">
      <p:bgPr>
        <a:solidFill>
          <a:schemeClr val="bg1"/>
        </a:solidFill>
        <a:effectLst/>
      </p:bgPr>
    </p:bg>
    <p:spTree>
      <p:nvGrpSpPr>
        <p:cNvPr id="1" name=""/>
        <p:cNvGrpSpPr/>
        <p:nvPr/>
      </p:nvGrpSpPr>
      <p:grpSpPr>
        <a:xfrm>
          <a:off x="0" y="0"/>
          <a:ext cx="0" cy="0"/>
          <a:chOff x="0" y="0"/>
          <a:chExt cx="0" cy="0"/>
        </a:xfrm>
      </p:grpSpPr>
      <p:pic>
        <p:nvPicPr>
          <p:cNvPr id="5"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3017837"/>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6" name="Picture 2" descr="C:\Users\Admin\Downloads\ilovepdf_pages-to-jpg (2)\RU_PPT Template-Grey Blank_page-0001.jpg"/>
          <p:cNvPicPr>
            <a:picLocks noChangeAspect="1" noChangeArrowheads="1"/>
          </p:cNvPicPr>
          <p:nvPr userDrawn="1"/>
        </p:nvPicPr>
        <p:blipFill>
          <a:blip r:embed="rId2"/>
          <a:srcRect t="69444" b="16667"/>
          <a:stretch>
            <a:fillRect/>
          </a:stretch>
        </p:blipFill>
        <p:spPr bwMode="auto">
          <a:xfrm>
            <a:off x="228600" y="1752600"/>
            <a:ext cx="5486400" cy="114300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6567" y="-16565"/>
            <a:ext cx="12246810" cy="6896100"/>
          </a:xfrm>
          <a:prstGeom prst="rect">
            <a:avLst/>
          </a:prstGeom>
          <a:noFill/>
        </p:spPr>
      </p:pic>
      <p:sp>
        <p:nvSpPr>
          <p:cNvPr id="7" name="Rectangle 6"/>
          <p:cNvSpPr/>
          <p:nvPr userDrawn="1"/>
        </p:nvSpPr>
        <p:spPr>
          <a:xfrm>
            <a:off x="-26276" y="-26276"/>
            <a:ext cx="12218276" cy="6884276"/>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lIns="76197" tIns="38098" rIns="76197" bIns="38098"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8890001" y="0"/>
            <a:ext cx="3064565" cy="1478280"/>
          </a:xfrm>
          <a:prstGeom prst="rect">
            <a:avLst/>
          </a:prstGeom>
          <a:noFill/>
        </p:spPr>
      </p:pic>
    </p:spTree>
    <p:extLst>
      <p:ext uri="{BB962C8B-B14F-4D97-AF65-F5344CB8AC3E}">
        <p14:creationId xmlns:p14="http://schemas.microsoft.com/office/powerpoint/2010/main" val="345926643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extLst>
      <p:ext uri="{BB962C8B-B14F-4D97-AF65-F5344CB8AC3E}">
        <p14:creationId xmlns:p14="http://schemas.microsoft.com/office/powerpoint/2010/main" val="21700696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theme" Target="../theme/theme4.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5.xml"/><Relationship Id="rId4"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theme" Target="../theme/theme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5" Type="http://schemas.openxmlformats.org/officeDocument/2006/relationships/theme" Target="../theme/theme9.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07947"/>
      </p:ext>
    </p:extLst>
  </p:cSld>
  <p:clrMap bg1="lt1" tx1="dk1" bg2="lt2" tx2="dk2" accent1="accent1" accent2="accent2" accent3="accent3" accent4="accent4" accent5="accent5" accent6="accent6" hlink="hlink" folHlink="folHlink"/>
  <p:sldLayoutIdLst>
    <p:sldLayoutId id="2147483882" r:id="rId1"/>
    <p:sldLayoutId id="2147483886" r:id="rId2"/>
    <p:sldLayoutId id="2147484009" r:id="rId3"/>
    <p:sldLayoutId id="2147483883" r:id="rId4"/>
    <p:sldLayoutId id="214748397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393109"/>
      </p:ext>
    </p:extLst>
  </p:cSld>
  <p:clrMap bg1="lt1" tx1="dk1" bg2="lt2" tx2="dk2" accent1="accent1" accent2="accent2" accent3="accent3" accent4="accent4" accent5="accent5" accent6="accent6" hlink="hlink" folHlink="folHlink"/>
  <p:sldLayoutIdLst>
    <p:sldLayoutId id="2147483919" r:id="rId1"/>
    <p:sldLayoutId id="2147483941" r:id="rId2"/>
    <p:sldLayoutId id="2147483943" r:id="rId3"/>
    <p:sldLayoutId id="2147483944" r:id="rId4"/>
    <p:sldLayoutId id="2147484010"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68738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99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33008"/>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98" r:id="rId3"/>
    <p:sldLayoutId id="214748399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36560"/>
      </p:ext>
    </p:extLst>
  </p:cSld>
  <p:clrMap bg1="lt1" tx1="dk1" bg2="lt2" tx2="dk2" accent1="accent1" accent2="accent2" accent3="accent3" accent4="accent4" accent5="accent5" accent6="accent6" hlink="hlink" folHlink="folHlink"/>
  <p:sldLayoutIdLst>
    <p:sldLayoutId id="2147483946" r:id="rId1"/>
    <p:sldLayoutId id="2147483947" r:id="rId2"/>
    <p:sldLayoutId id="2147484002" r:id="rId3"/>
    <p:sldLayoutId id="214748400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15241"/>
      </p:ext>
    </p:extLst>
  </p:cSld>
  <p:clrMap bg1="lt1" tx1="dk1" bg2="lt2" tx2="dk2" accent1="accent1" accent2="accent2" accent3="accent3" accent4="accent4" accent5="accent5" accent6="accent6" hlink="hlink" folHlink="folHlink"/>
  <p:sldLayoutIdLst>
    <p:sldLayoutId id="2147483903" r:id="rId1"/>
    <p:sldLayoutId id="2147483910" r:id="rId2"/>
    <p:sldLayoutId id="2147483891" r:id="rId3"/>
    <p:sldLayoutId id="21474840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027028"/>
      </p:ext>
    </p:extLst>
  </p:cSld>
  <p:clrMap bg1="lt1" tx1="dk1" bg2="lt2" tx2="dk2" accent1="accent1" accent2="accent2" accent3="accent3" accent4="accent4" accent5="accent5" accent6="accent6" hlink="hlink" folHlink="folHlink"/>
  <p:sldLayoutIdLst>
    <p:sldLayoutId id="2147483932" r:id="rId1"/>
    <p:sldLayoutId id="2147484001" r:id="rId2"/>
    <p:sldLayoutId id="2147483916" r:id="rId3"/>
    <p:sldLayoutId id="2147484004" r:id="rId4"/>
    <p:sldLayoutId id="2147483879" r:id="rId5"/>
    <p:sldLayoutId id="2147484005"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16322"/>
      </p:ext>
    </p:extLst>
  </p:cSld>
  <p:clrMap bg1="lt1" tx1="dk1" bg2="lt2" tx2="dk2" accent1="accent1" accent2="accent2" accent3="accent3" accent4="accent4" accent5="accent5" accent6="accent6" hlink="hlink" folHlink="folHlink"/>
  <p:sldLayoutIdLst>
    <p:sldLayoutId id="2147483935" r:id="rId1"/>
    <p:sldLayoutId id="214748393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446998"/>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6" r:id="rId3"/>
    <p:sldLayoutId id="214748399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300" y="2879270"/>
            <a:ext cx="7391400" cy="1099460"/>
          </a:xfrm>
        </p:spPr>
        <p:txBody>
          <a:bodyPr/>
          <a:lstStyle/>
          <a:p>
            <a:pPr algn="ctr"/>
            <a:r>
              <a:rPr lang="en-US" u="sng" dirty="0">
                <a:solidFill>
                  <a:srgbClr val="C00000"/>
                </a:solidFill>
                <a:latin typeface="Times New Roman" panose="02020603050405020304" pitchFamily="18" charset="0"/>
                <a:cs typeface="Times New Roman" panose="02020603050405020304" pitchFamily="18" charset="0"/>
              </a:rPr>
              <a:t>Low-Latency Pipelined RISC-V 32-bit Processor</a:t>
            </a:r>
          </a:p>
        </p:txBody>
      </p:sp>
      <p:sp>
        <p:nvSpPr>
          <p:cNvPr id="5" name="TextBox 11">
            <a:extLst>
              <a:ext uri="{FF2B5EF4-FFF2-40B4-BE49-F238E27FC236}">
                <a16:creationId xmlns:a16="http://schemas.microsoft.com/office/drawing/2014/main" id="{73F89A42-C401-4218-826A-9827CDDB6DC3}"/>
              </a:ext>
            </a:extLst>
          </p:cNvPr>
          <p:cNvSpPr txBox="1">
            <a:spLocks noChangeArrowheads="1"/>
          </p:cNvSpPr>
          <p:nvPr/>
        </p:nvSpPr>
        <p:spPr bwMode="auto">
          <a:xfrm>
            <a:off x="495300" y="4572000"/>
            <a:ext cx="4495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marL="228600" marR="0" lvl="0" indent="-228600" algn="l" defTabSz="914400" rtl="0" eaLnBrk="1" fontAlgn="base" latinLnBrk="0" hangingPunct="1">
              <a:lnSpc>
                <a:spcPct val="150000"/>
              </a:lnSpc>
              <a:spcBef>
                <a:spcPct val="0"/>
              </a:spcBef>
              <a:spcAft>
                <a:spcPct val="0"/>
              </a:spcAft>
              <a:buClrTx/>
              <a:buSzTx/>
              <a:buFontTx/>
              <a:buNone/>
              <a:tabLst/>
              <a:defRPr/>
            </a:pPr>
            <a:r>
              <a:rPr lang="en-US" altLang="en-US" sz="2000" b="1" dirty="0">
                <a:solidFill>
                  <a:srgbClr val="FF6600"/>
                </a:solidFill>
                <a:latin typeface="Roboto Medium"/>
                <a:cs typeface="Times New Roman" panose="02020603050405020304" pitchFamily="18" charset="0"/>
              </a:rPr>
              <a:t>Major</a:t>
            </a:r>
            <a:r>
              <a:rPr kumimoji="0" lang="en-US" altLang="en-US" sz="2000" b="1" i="0" strike="noStrike" kern="1200" cap="none" spc="0" normalizeH="0" baseline="0" noProof="0" dirty="0">
                <a:ln>
                  <a:noFill/>
                </a:ln>
                <a:solidFill>
                  <a:srgbClr val="FF6600"/>
                </a:solidFill>
                <a:effectLst/>
                <a:uLnTx/>
                <a:uFillTx/>
                <a:latin typeface="Roboto Medium"/>
                <a:cs typeface="Times New Roman" panose="02020603050405020304" pitchFamily="18" charset="0"/>
              </a:rPr>
              <a:t> Project</a:t>
            </a:r>
            <a:r>
              <a:rPr lang="en-US" altLang="en-US" sz="2000" b="1" dirty="0">
                <a:solidFill>
                  <a:srgbClr val="FF6600"/>
                </a:solidFill>
                <a:latin typeface="Roboto Medium"/>
                <a:cs typeface="Times New Roman" panose="02020603050405020304" pitchFamily="18" charset="0"/>
              </a:rPr>
              <a:t> - </a:t>
            </a:r>
            <a:r>
              <a:rPr kumimoji="0" lang="en-US" altLang="en-US" sz="2000" b="1" i="0" strike="noStrike" kern="1200" cap="none" spc="0" normalizeH="0" baseline="0" noProof="0" dirty="0">
                <a:ln>
                  <a:noFill/>
                </a:ln>
                <a:solidFill>
                  <a:srgbClr val="FF6600"/>
                </a:solidFill>
                <a:effectLst/>
                <a:uLnTx/>
                <a:uFillTx/>
                <a:latin typeface="Roboto Medium"/>
                <a:cs typeface="Times New Roman" panose="02020603050405020304" pitchFamily="18" charset="0"/>
              </a:rPr>
              <a:t>Phase 2</a:t>
            </a:r>
            <a:endParaRPr kumimoji="0" lang="en-US" altLang="en-US" sz="2000" b="1" i="0" strike="noStrike" kern="1200" cap="none" spc="0" normalizeH="0" baseline="0" noProof="0" dirty="0">
              <a:ln>
                <a:noFill/>
              </a:ln>
              <a:solidFill>
                <a:schemeClr val="tx1"/>
              </a:solidFill>
              <a:effectLst/>
              <a:uLnTx/>
              <a:uFillTx/>
              <a:latin typeface="Roboto Medium"/>
              <a:cs typeface="Times New Roman" panose="02020603050405020304" pitchFamily="18" charset="0"/>
            </a:endParaRPr>
          </a:p>
          <a:p>
            <a:pPr marL="228600" marR="0" lvl="0" indent="-228600" algn="l" defTabSz="914400" rtl="0" eaLnBrk="1" fontAlgn="base" latinLnBrk="0" hangingPunct="1">
              <a:lnSpc>
                <a:spcPct val="100000"/>
              </a:lnSpc>
              <a:spcBef>
                <a:spcPct val="0"/>
              </a:spcBef>
              <a:spcAft>
                <a:spcPct val="0"/>
              </a:spcAft>
              <a:buClrTx/>
              <a:buSzTx/>
              <a:buFontTx/>
              <a:buNone/>
              <a:tabLst/>
              <a:defRPr/>
            </a:pPr>
            <a:r>
              <a:rPr kumimoji="0" lang="en-US" altLang="en-US" sz="2000" b="1" i="0" strike="noStrike" kern="1200" cap="none" spc="0" normalizeH="0" baseline="0" noProof="0" dirty="0">
                <a:ln>
                  <a:noFill/>
                </a:ln>
                <a:effectLst/>
                <a:uLnTx/>
                <a:uFillTx/>
                <a:latin typeface="Roboto Medium"/>
                <a:cs typeface="Times New Roman" panose="02020603050405020304" pitchFamily="18" charset="0"/>
              </a:rPr>
              <a:t>Guide: Dr. Nayana D K</a:t>
            </a:r>
            <a:endParaRPr kumimoji="0" lang="en-US" altLang="en-US" sz="2000" b="1" i="0" u="sng" strike="noStrike" kern="1200" cap="none" spc="0" normalizeH="0" baseline="0" noProof="0" dirty="0">
              <a:ln>
                <a:noFill/>
              </a:ln>
              <a:effectLst/>
              <a:uLnTx/>
              <a:uFillTx/>
              <a:latin typeface="Roboto Medium"/>
              <a:cs typeface="Times New Roman" panose="02020603050405020304" pitchFamily="18" charset="0"/>
            </a:endParaRPr>
          </a:p>
        </p:txBody>
      </p:sp>
      <p:sp>
        <p:nvSpPr>
          <p:cNvPr id="6" name="TextBox 11">
            <a:extLst>
              <a:ext uri="{FF2B5EF4-FFF2-40B4-BE49-F238E27FC236}">
                <a16:creationId xmlns:a16="http://schemas.microsoft.com/office/drawing/2014/main" id="{823A1539-2812-4A48-91BA-F5AD70472CFB}"/>
              </a:ext>
            </a:extLst>
          </p:cNvPr>
          <p:cNvSpPr txBox="1">
            <a:spLocks noChangeArrowheads="1"/>
          </p:cNvSpPr>
          <p:nvPr/>
        </p:nvSpPr>
        <p:spPr bwMode="auto">
          <a:xfrm>
            <a:off x="5257800" y="4419600"/>
            <a:ext cx="419100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spcBef>
                <a:spcPct val="0"/>
              </a:spcBef>
              <a:buFontTx/>
              <a:buNone/>
            </a:pPr>
            <a:r>
              <a:rPr lang="en-US" altLang="en-US" sz="2000" b="1" dirty="0">
                <a:latin typeface="Roboto Medium"/>
                <a:cs typeface="Times New Roman" panose="02020603050405020304" pitchFamily="18" charset="0"/>
              </a:rPr>
              <a:t>Group Members</a:t>
            </a:r>
          </a:p>
          <a:p>
            <a:pPr eaLnBrk="1" hangingPunct="1"/>
            <a:r>
              <a:rPr lang="en-US" altLang="en-US" sz="2000" dirty="0">
                <a:latin typeface="Roboto Medium"/>
                <a:cs typeface="Times New Roman" panose="02020603050405020304" pitchFamily="18" charset="0"/>
              </a:rPr>
              <a:t>R22EN045 –  Mithun Nagaraja</a:t>
            </a:r>
          </a:p>
          <a:p>
            <a:pPr eaLnBrk="1" hangingPunct="1"/>
            <a:r>
              <a:rPr lang="en-US" altLang="en-US" sz="2000" dirty="0">
                <a:latin typeface="Roboto Medium"/>
                <a:cs typeface="Times New Roman" panose="02020603050405020304" pitchFamily="18" charset="0"/>
              </a:rPr>
              <a:t>R22EN043 –  Manjunath S R</a:t>
            </a:r>
          </a:p>
          <a:p>
            <a:pPr eaLnBrk="1" hangingPunct="1"/>
            <a:r>
              <a:rPr lang="en-US" altLang="en-US" sz="2000" dirty="0">
                <a:latin typeface="Roboto Medium"/>
                <a:cs typeface="Times New Roman" panose="02020603050405020304" pitchFamily="18" charset="0"/>
              </a:rPr>
              <a:t>R22EN048 –  </a:t>
            </a:r>
            <a:r>
              <a:rPr lang="en-US" altLang="en-US" sz="2000" dirty="0" err="1">
                <a:latin typeface="Roboto Medium"/>
                <a:cs typeface="Times New Roman" panose="02020603050405020304" pitchFamily="18" charset="0"/>
              </a:rPr>
              <a:t>Nagachandra</a:t>
            </a:r>
            <a:r>
              <a:rPr lang="en-US" altLang="en-US" sz="2000" dirty="0">
                <a:latin typeface="Roboto Medium"/>
                <a:cs typeface="Times New Roman" panose="02020603050405020304" pitchFamily="18" charset="0"/>
              </a:rPr>
              <a:t> I D</a:t>
            </a:r>
          </a:p>
          <a:p>
            <a:pPr eaLnBrk="1" hangingPunct="1"/>
            <a:r>
              <a:rPr lang="en-US" altLang="en-US" sz="2000" dirty="0">
                <a:latin typeface="Roboto Medium"/>
                <a:cs typeface="Times New Roman" panose="02020603050405020304" pitchFamily="18" charset="0"/>
              </a:rPr>
              <a:t>R22EN021 –  Darshan N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400" b="1" dirty="0">
                <a:solidFill>
                  <a:srgbClr val="C00000"/>
                </a:solidFill>
              </a:rPr>
              <a:t>Contents</a:t>
            </a:r>
            <a:endParaRPr lang="en-US" sz="3400" dirty="0"/>
          </a:p>
        </p:txBody>
      </p:sp>
      <p:sp>
        <p:nvSpPr>
          <p:cNvPr id="7" name="Content Placeholder 2">
            <a:extLst>
              <a:ext uri="{FF2B5EF4-FFF2-40B4-BE49-F238E27FC236}">
                <a16:creationId xmlns:a16="http://schemas.microsoft.com/office/drawing/2014/main" id="{83CA4D38-CF89-466F-B8A8-3AE51AA884DE}"/>
              </a:ext>
            </a:extLst>
          </p:cNvPr>
          <p:cNvSpPr txBox="1">
            <a:spLocks/>
          </p:cNvSpPr>
          <p:nvPr/>
        </p:nvSpPr>
        <p:spPr>
          <a:xfrm>
            <a:off x="838200" y="1219200"/>
            <a:ext cx="10515600" cy="4724400"/>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Abstract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Introduction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Literature Survey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Problem </a:t>
            </a:r>
            <a:r>
              <a:rPr lang="en-IN" sz="2400" dirty="0">
                <a:latin typeface="Times New Roman" panose="02020603050405020304" pitchFamily="18" charset="0"/>
                <a:cs typeface="Times New Roman" panose="02020603050405020304" pitchFamily="18" charset="0"/>
              </a:rPr>
              <a:t>Statement</a:t>
            </a:r>
          </a:p>
          <a:p>
            <a:pPr marL="228600" indent="-228600">
              <a:lnSpc>
                <a:spcPct val="90000"/>
              </a:lnSpc>
              <a:spcBef>
                <a:spcPts val="1000"/>
              </a:spcBef>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Objective</a:t>
            </a:r>
            <a:endPar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Methodology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IN" sz="2400" dirty="0">
                <a:latin typeface="Times New Roman" panose="02020603050405020304" pitchFamily="18" charset="0"/>
                <a:cs typeface="Times New Roman" panose="02020603050405020304" pitchFamily="18" charset="0"/>
              </a:rPr>
              <a:t>Block Diagram</a:t>
            </a:r>
            <a:endParaRPr lang="en-US" sz="2400" dirty="0">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Applications</a:t>
            </a:r>
            <a:r>
              <a:rPr lang="en-IN" sz="2400" dirty="0">
                <a:latin typeface="Times New Roman" panose="02020603050405020304" pitchFamily="18" charset="0"/>
                <a:cs typeface="Times New Roman" panose="02020603050405020304" pitchFamily="18" charset="0"/>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IN" sz="2400" dirty="0">
                <a:latin typeface="Times New Roman" panose="02020603050405020304" pitchFamily="18" charset="0"/>
                <a:cs typeface="Times New Roman" panose="02020603050405020304" pitchFamily="18" charset="0"/>
              </a:rPr>
              <a:t>Output / Result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Conclusion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40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References</a:t>
            </a:r>
          </a:p>
        </p:txBody>
      </p:sp>
      <p:sp>
        <p:nvSpPr>
          <p:cNvPr id="8" name="Slide Number Placeholder 7"/>
          <p:cNvSpPr>
            <a:spLocks noGrp="1"/>
          </p:cNvSpPr>
          <p:nvPr>
            <p:ph type="sldNum" sz="quarter" idx="14"/>
          </p:nvPr>
        </p:nvSpPr>
        <p:spPr/>
        <p:txBody>
          <a:bodyPr/>
          <a:lstStyle/>
          <a:p>
            <a:fld id="{45A3C14A-F937-4231-B6F1-40B429FAFB2F}" type="slidenum">
              <a:rPr lang="en-NZ" smtClean="0"/>
              <a:pPr/>
              <a:t>2</a:t>
            </a:fld>
            <a:endParaRPr lang="en-NZ"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400" b="1" dirty="0">
                <a:solidFill>
                  <a:srgbClr val="C00000"/>
                </a:solidFill>
              </a:rPr>
              <a:t>Abstract</a:t>
            </a:r>
            <a:endParaRPr lang="en-US" sz="3400" dirty="0"/>
          </a:p>
        </p:txBody>
      </p:sp>
      <p:sp>
        <p:nvSpPr>
          <p:cNvPr id="6" name="Text Placeholder 5"/>
          <p:cNvSpPr>
            <a:spLocks noGrp="1"/>
          </p:cNvSpPr>
          <p:nvPr>
            <p:ph type="body" sz="quarter" idx="17"/>
          </p:nvPr>
        </p:nvSpPr>
        <p:spPr>
          <a:xfrm>
            <a:off x="708463" y="1251416"/>
            <a:ext cx="10801201" cy="4320480"/>
          </a:xfrm>
        </p:spPr>
        <p:txBody>
          <a:bodyPr/>
          <a:lstStyle/>
          <a:p>
            <a:pPr marL="114300" marR="341630" algn="just">
              <a:lnSpc>
                <a:spcPct val="150000"/>
              </a:lnSpc>
              <a:buNone/>
            </a:pPr>
            <a:r>
              <a:rPr lang="en-US" sz="2000" dirty="0">
                <a:solidFill>
                  <a:schemeClr val="tx1"/>
                </a:solidFill>
                <a:effectLst/>
                <a:latin typeface="Times New Roman" panose="02020603050405020304" pitchFamily="18" charset="0"/>
                <a:ea typeface="Times New Roman" panose="02020603050405020304" pitchFamily="18" charset="0"/>
              </a:rPr>
              <a:t>This project focuses on designing and implementing a low-latency 32-bit RISC-V processor using a five-stage pipelined architecture to overcome limitations associated with single-cycle and non-pipelined processors, which generally suffer from high execution latency. The proposed design adopts the RV32 instruction set and includes pipeline stages: Instruction Fetch (IF), Decode (ID), Execute (EX), Memory Access (MEM), and Write Back (WB). The implementation aims to enhance instruction throughput, reduce execution time, and efficiently manage hazards through forwarding logic and optimized control. The processor will be verified through simulation and synthesis to analyze its performance and compare it with non-pipelined architecture. This work supports the development of efficient embedded and real-time computing solutions. </a:t>
            </a:r>
            <a:endParaRPr lang="en-IN" sz="2000" dirty="0">
              <a:solidFill>
                <a:schemeClr val="tx1"/>
              </a:solidFill>
              <a:effectLst/>
              <a:latin typeface="Times New Roman" panose="02020603050405020304" pitchFamily="18" charset="0"/>
              <a:ea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4"/>
          </p:nvPr>
        </p:nvSpPr>
        <p:spPr/>
        <p:txBody>
          <a:bodyPr/>
          <a:lstStyle/>
          <a:p>
            <a:fld id="{45A3C14A-F937-4231-B6F1-40B429FAFB2F}" type="slidenum">
              <a:rPr lang="en-NZ" smtClean="0"/>
              <a:pPr/>
              <a:t>3</a:t>
            </a:fld>
            <a:endParaRPr lang="en-NZ" dirty="0"/>
          </a:p>
        </p:txBody>
      </p:sp>
    </p:spTree>
    <p:extLst>
      <p:ext uri="{BB962C8B-B14F-4D97-AF65-F5344CB8AC3E}">
        <p14:creationId xmlns:p14="http://schemas.microsoft.com/office/powerpoint/2010/main" val="2676562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26437"/>
            <a:ext cx="6211927" cy="838202"/>
          </a:xfrm>
        </p:spPr>
        <p:txBody>
          <a:bodyPr/>
          <a:lstStyle/>
          <a:p>
            <a:r>
              <a:rPr lang="en-IN" sz="3400" b="1" dirty="0">
                <a:solidFill>
                  <a:srgbClr val="C00000"/>
                </a:solidFill>
                <a:latin typeface="Times New Roman" panose="02020603050405020304" pitchFamily="18" charset="0"/>
                <a:cs typeface="Times New Roman" panose="02020603050405020304" pitchFamily="18" charset="0"/>
              </a:rPr>
              <a:t>Introduction</a:t>
            </a:r>
            <a:endParaRPr lang="en-IN" sz="3400" dirty="0">
              <a:latin typeface="Times New Roman" panose="02020603050405020304" pitchFamily="18" charset="0"/>
              <a:cs typeface="Times New Roman" panose="02020603050405020304" pitchFamily="18" charset="0"/>
            </a:endParaRPr>
          </a:p>
        </p:txBody>
      </p:sp>
      <p:sp>
        <p:nvSpPr>
          <p:cNvPr id="4" name="Rectangle 3"/>
          <p:cNvSpPr/>
          <p:nvPr/>
        </p:nvSpPr>
        <p:spPr>
          <a:xfrm>
            <a:off x="342900" y="797510"/>
            <a:ext cx="11506200" cy="358636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200" b="0" i="0" dirty="0">
                <a:solidFill>
                  <a:schemeClr val="tx1"/>
                </a:solidFill>
                <a:effectLst/>
                <a:latin typeface="Times New Roman" panose="02020603050405020304" pitchFamily="18" charset="0"/>
                <a:cs typeface="Times New Roman" panose="02020603050405020304" pitchFamily="18" charset="0"/>
              </a:rPr>
              <a:t>RISC-V is an open-source Reduced Instruction Set Computing (RISC) architecture.</a:t>
            </a:r>
          </a:p>
          <a:p>
            <a:pPr marL="342900" indent="-342900" algn="just">
              <a:lnSpc>
                <a:spcPct val="150000"/>
              </a:lnSpc>
              <a:buFont typeface="Arial" panose="020B0604020202020204" pitchFamily="34" charset="0"/>
              <a:buChar char="•"/>
            </a:pPr>
            <a:r>
              <a:rPr lang="en-US" sz="2200" b="0" i="0" dirty="0">
                <a:solidFill>
                  <a:schemeClr val="tx1"/>
                </a:solidFill>
                <a:effectLst/>
                <a:latin typeface="Times New Roman" panose="02020603050405020304" pitchFamily="18" charset="0"/>
                <a:cs typeface="Times New Roman" panose="02020603050405020304" pitchFamily="18" charset="0"/>
              </a:rPr>
              <a:t>The RISC-V architecture offers an open, modular foundation for processor design, enabling high customization and academic exploration. This project presents a Low-Latency Pipelined 32-bit RISC-V Processor, implementing a five-stage pipeline (Fetch, Decode, Execute, Memory Access, Write Back) to improve instruction throughput and reduce execution time. The design focuses on minimizing pipeline hazards through data forwarding and efficient control logic, making it suitable for embedded and real-time applications where performance and efficiency are critical.</a:t>
            </a:r>
          </a:p>
        </p:txBody>
      </p:sp>
      <p:sp>
        <p:nvSpPr>
          <p:cNvPr id="6" name="Slide Number Placeholder 5"/>
          <p:cNvSpPr>
            <a:spLocks noGrp="1"/>
          </p:cNvSpPr>
          <p:nvPr>
            <p:ph type="sldNum" sz="quarter" idx="14"/>
          </p:nvPr>
        </p:nvSpPr>
        <p:spPr/>
        <p:txBody>
          <a:bodyPr/>
          <a:lstStyle/>
          <a:p>
            <a:fld id="{45A3C14A-F937-4231-B6F1-40B429FAFB2F}" type="slidenum">
              <a:rPr lang="en-NZ" smtClean="0"/>
              <a:pPr/>
              <a:t>4</a:t>
            </a:fld>
            <a:endParaRPr lang="en-NZ" dirty="0"/>
          </a:p>
        </p:txBody>
      </p:sp>
    </p:spTree>
    <p:extLst>
      <p:ext uri="{BB962C8B-B14F-4D97-AF65-F5344CB8AC3E}">
        <p14:creationId xmlns:p14="http://schemas.microsoft.com/office/powerpoint/2010/main" val="3436575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400" b="1" dirty="0">
                <a:solidFill>
                  <a:srgbClr val="C00000"/>
                </a:solidFill>
              </a:rPr>
              <a:t>Literature Survey</a:t>
            </a:r>
            <a:endParaRPr lang="en-US" sz="3400" dirty="0"/>
          </a:p>
        </p:txBody>
      </p:sp>
      <p:sp>
        <p:nvSpPr>
          <p:cNvPr id="6" name="Rectangle 5"/>
          <p:cNvSpPr/>
          <p:nvPr/>
        </p:nvSpPr>
        <p:spPr>
          <a:xfrm>
            <a:off x="762000" y="1143000"/>
            <a:ext cx="9982200" cy="4108817"/>
          </a:xfrm>
          <a:prstGeom prst="rect">
            <a:avLst/>
          </a:prstGeom>
        </p:spPr>
        <p:txBody>
          <a:bodyPr wrap="square">
            <a:spAutoFit/>
          </a:bodyPr>
          <a:lstStyle/>
          <a:p>
            <a:pPr marL="114300" marR="340360" algn="just">
              <a:lnSpc>
                <a:spcPct val="150000"/>
              </a:lnSpc>
              <a:buNone/>
            </a:pPr>
            <a:r>
              <a:rPr lang="en-US" dirty="0">
                <a:effectLst/>
                <a:latin typeface="Times New Roman" panose="02020603050405020304" pitchFamily="18" charset="0"/>
                <a:ea typeface="Times New Roman" panose="02020603050405020304" pitchFamily="18" charset="0"/>
              </a:rPr>
              <a:t>Processor designs have evolved from single-cycle execution architectures to multi-cycle and pipelined processors to improve processing speed. Single-cycle designs, although simple, are limited by lower clock frequency and increased latency due to a long combinational path. Researchers have demonstrated that pipelining significantly reduces execution delay by overlapping operations of multiple instructions.</a:t>
            </a:r>
            <a:endParaRPr lang="en-IN" dirty="0">
              <a:effectLst/>
              <a:latin typeface="Times New Roman" panose="02020603050405020304" pitchFamily="18" charset="0"/>
              <a:ea typeface="Times New Roman" panose="02020603050405020304" pitchFamily="18" charset="0"/>
            </a:endParaRPr>
          </a:p>
          <a:p>
            <a:pPr marL="114300" marR="340360" algn="just">
              <a:lnSpc>
                <a:spcPct val="150000"/>
              </a:lnSpc>
              <a:buNone/>
            </a:pPr>
            <a:r>
              <a:rPr lang="en-US" dirty="0">
                <a:effectLst/>
                <a:latin typeface="Times New Roman" panose="02020603050405020304" pitchFamily="18" charset="0"/>
                <a:ea typeface="Times New Roman" panose="02020603050405020304" pitchFamily="18" charset="0"/>
              </a:rPr>
              <a:t>Recent works in RISC-V microarchitecture development highlight the following key advancements:</a:t>
            </a:r>
            <a:endParaRPr lang="en-IN" dirty="0">
              <a:effectLst/>
              <a:latin typeface="Times New Roman" panose="02020603050405020304" pitchFamily="18" charset="0"/>
              <a:ea typeface="Times New Roman" panose="02020603050405020304" pitchFamily="18" charset="0"/>
            </a:endParaRPr>
          </a:p>
          <a:p>
            <a:pPr marL="342900" marR="340360" lvl="0" indent="-342900" algn="just">
              <a:lnSpc>
                <a:spcPct val="150000"/>
              </a:lnSpc>
              <a:buSzPts val="1200"/>
              <a:buFont typeface="Wingdings" panose="05000000000000000000" pitchFamily="2" charset="2"/>
              <a:buChar char=""/>
            </a:pPr>
            <a:r>
              <a:rPr lang="en-US" spc="0" dirty="0">
                <a:effectLst/>
                <a:latin typeface="Times New Roman" panose="02020603050405020304" pitchFamily="18" charset="0"/>
                <a:ea typeface="Wingdings" panose="05000000000000000000" pitchFamily="2" charset="2"/>
                <a:cs typeface="Wingdings" panose="05000000000000000000" pitchFamily="2" charset="2"/>
              </a:rPr>
              <a:t>Five-stage RV32I pipelines achieve better performance by balancing critical path delay.</a:t>
            </a:r>
            <a:endParaRPr lang="en-IN" spc="0" dirty="0">
              <a:effectLst/>
              <a:latin typeface="Times New Roman" panose="02020603050405020304" pitchFamily="18" charset="0"/>
              <a:ea typeface="Wingdings" panose="05000000000000000000" pitchFamily="2" charset="2"/>
              <a:cs typeface="Wingdings" panose="05000000000000000000" pitchFamily="2" charset="2"/>
            </a:endParaRPr>
          </a:p>
          <a:p>
            <a:pPr marL="342900" marR="340360" lvl="0" indent="-342900" algn="just">
              <a:lnSpc>
                <a:spcPct val="150000"/>
              </a:lnSpc>
              <a:buSzPts val="1200"/>
              <a:buFont typeface="Wingdings" panose="05000000000000000000" pitchFamily="2" charset="2"/>
              <a:buChar char=""/>
            </a:pPr>
            <a:r>
              <a:rPr lang="en-US" spc="0" dirty="0">
                <a:effectLst/>
                <a:latin typeface="Times New Roman" panose="02020603050405020304" pitchFamily="18" charset="0"/>
                <a:ea typeface="Wingdings" panose="05000000000000000000" pitchFamily="2" charset="2"/>
                <a:cs typeface="Wingdings" panose="05000000000000000000" pitchFamily="2" charset="2"/>
              </a:rPr>
              <a:t>Hazard detection and data forwarding are essential for maintaining instruction flow.</a:t>
            </a:r>
            <a:endParaRPr lang="en-IN" spc="0" dirty="0">
              <a:effectLst/>
              <a:latin typeface="Times New Roman" panose="02020603050405020304" pitchFamily="18" charset="0"/>
              <a:ea typeface="Wingdings" panose="05000000000000000000" pitchFamily="2" charset="2"/>
              <a:cs typeface="Wingdings" panose="05000000000000000000" pitchFamily="2" charset="2"/>
            </a:endParaRPr>
          </a:p>
          <a:p>
            <a:pPr marL="342900" marR="340360" lvl="0" indent="-342900" algn="just">
              <a:lnSpc>
                <a:spcPct val="150000"/>
              </a:lnSpc>
              <a:buSzPts val="1200"/>
              <a:buFont typeface="Wingdings" panose="05000000000000000000" pitchFamily="2" charset="2"/>
              <a:buChar char=""/>
            </a:pPr>
            <a:r>
              <a:rPr lang="en-US" spc="0" dirty="0">
                <a:effectLst/>
                <a:latin typeface="Times New Roman" panose="02020603050405020304" pitchFamily="18" charset="0"/>
                <a:ea typeface="Wingdings" panose="05000000000000000000" pitchFamily="2" charset="2"/>
                <a:cs typeface="Wingdings" panose="05000000000000000000" pitchFamily="2" charset="2"/>
              </a:rPr>
              <a:t>Modular and open-source design encourages educational usage and industry adoption.</a:t>
            </a:r>
            <a:endParaRPr lang="en-IN" spc="0" dirty="0">
              <a:effectLst/>
              <a:latin typeface="Times New Roman" panose="02020603050405020304" pitchFamily="18" charset="0"/>
              <a:ea typeface="Wingdings" panose="05000000000000000000" pitchFamily="2" charset="2"/>
              <a:cs typeface="Wingdings" panose="05000000000000000000" pitchFamily="2" charset="2"/>
            </a:endParaRPr>
          </a:p>
          <a:p>
            <a:pPr>
              <a:buNone/>
            </a:pPr>
            <a:r>
              <a:rPr lang="en-US" sz="1600" dirty="0">
                <a:effectLst/>
                <a:latin typeface="Times New Roman" panose="02020603050405020304" pitchFamily="18" charset="0"/>
                <a:ea typeface="Times New Roman" panose="02020603050405020304" pitchFamily="18" charset="0"/>
              </a:rPr>
              <a:t>Efficient pipeline control leads to optimized latency and reduced CPI</a:t>
            </a:r>
            <a:endParaRPr lang="en-US" dirty="0">
              <a:latin typeface="Roboto Medium"/>
            </a:endParaRPr>
          </a:p>
        </p:txBody>
      </p:sp>
      <p:sp>
        <p:nvSpPr>
          <p:cNvPr id="7" name="Slide Number Placeholder 6"/>
          <p:cNvSpPr>
            <a:spLocks noGrp="1"/>
          </p:cNvSpPr>
          <p:nvPr>
            <p:ph type="sldNum" sz="quarter" idx="14"/>
          </p:nvPr>
        </p:nvSpPr>
        <p:spPr/>
        <p:txBody>
          <a:bodyPr/>
          <a:lstStyle/>
          <a:p>
            <a:fld id="{45A3C14A-F937-4231-B6F1-40B429FAFB2F}" type="slidenum">
              <a:rPr lang="en-NZ" smtClean="0"/>
              <a:pPr/>
              <a:t>5</a:t>
            </a:fld>
            <a:endParaRPr lang="en-NZ" dirty="0"/>
          </a:p>
        </p:txBody>
      </p:sp>
    </p:spTree>
    <p:extLst>
      <p:ext uri="{BB962C8B-B14F-4D97-AF65-F5344CB8AC3E}">
        <p14:creationId xmlns:p14="http://schemas.microsoft.com/office/powerpoint/2010/main" val="329705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DA3D-DBA9-D686-6D64-92654EF825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ECDE79-1ACC-3BEB-52FF-2632DA98A1E0}"/>
              </a:ext>
            </a:extLst>
          </p:cNvPr>
          <p:cNvSpPr>
            <a:spLocks noGrp="1"/>
          </p:cNvSpPr>
          <p:nvPr>
            <p:ph type="title"/>
          </p:nvPr>
        </p:nvSpPr>
        <p:spPr/>
        <p:txBody>
          <a:bodyPr/>
          <a:lstStyle/>
          <a:p>
            <a:r>
              <a:rPr lang="en-IN" sz="3400" b="1" dirty="0">
                <a:solidFill>
                  <a:srgbClr val="C00000"/>
                </a:solidFill>
              </a:rPr>
              <a:t>Literature Survey</a:t>
            </a:r>
            <a:endParaRPr lang="en-US" sz="3400" dirty="0"/>
          </a:p>
        </p:txBody>
      </p:sp>
      <p:sp>
        <p:nvSpPr>
          <p:cNvPr id="6" name="Rectangle 5">
            <a:extLst>
              <a:ext uri="{FF2B5EF4-FFF2-40B4-BE49-F238E27FC236}">
                <a16:creationId xmlns:a16="http://schemas.microsoft.com/office/drawing/2014/main" id="{A1B72EA0-03B2-9D9E-0874-349F8747C5B8}"/>
              </a:ext>
            </a:extLst>
          </p:cNvPr>
          <p:cNvSpPr/>
          <p:nvPr/>
        </p:nvSpPr>
        <p:spPr>
          <a:xfrm>
            <a:off x="762000" y="1143001"/>
            <a:ext cx="10734600" cy="4421723"/>
          </a:xfrm>
          <a:prstGeom prst="rect">
            <a:avLst/>
          </a:prstGeom>
        </p:spPr>
        <p:txBody>
          <a:bodyPr wrap="square">
            <a:spAutoFit/>
          </a:bodyPr>
          <a:lstStyle/>
          <a:p>
            <a:pPr marR="342265" algn="just">
              <a:lnSpc>
                <a:spcPct val="150000"/>
              </a:lnSpc>
              <a:spcBef>
                <a:spcPts val="795"/>
              </a:spcBef>
              <a:buNone/>
            </a:pPr>
            <a:r>
              <a:rPr lang="en-US" sz="1600" b="1" dirty="0">
                <a:effectLst/>
                <a:latin typeface="Times New Roman" panose="02020603050405020304" pitchFamily="18" charset="0"/>
                <a:ea typeface="Times New Roman" panose="02020603050405020304" pitchFamily="18" charset="0"/>
              </a:rPr>
              <a:t>Performance-Optimized RV32I Five-Stage Pipeline (NRP Processor):</a:t>
            </a:r>
            <a:endParaRPr lang="en-IN" sz="1600" dirty="0">
              <a:effectLst/>
              <a:latin typeface="Times New Roman" panose="02020603050405020304" pitchFamily="18" charset="0"/>
              <a:ea typeface="Times New Roman" panose="02020603050405020304" pitchFamily="18" charset="0"/>
            </a:endParaRPr>
          </a:p>
          <a:p>
            <a:pPr marR="342265" algn="just">
              <a:lnSpc>
                <a:spcPct val="150000"/>
              </a:lnSpc>
              <a:spcBef>
                <a:spcPts val="795"/>
              </a:spcBef>
              <a:buNone/>
            </a:pPr>
            <a:r>
              <a:rPr lang="en-US" sz="1600" dirty="0">
                <a:effectLst/>
                <a:latin typeface="Times New Roman" panose="02020603050405020304" pitchFamily="18" charset="0"/>
                <a:ea typeface="Times New Roman" panose="02020603050405020304" pitchFamily="18" charset="0"/>
              </a:rPr>
              <a:t>A more recent work introduces an optimized RV32I five-stage pipeline processor referred to as NRP. The authors propose two main microarchitectural optimizations: an improved instruction decoding unit and a simple branch-prediction scheme to reduce control-hazard penalties. These enhancements lead to better CPI and higher overall performance without dramatically increasing hardware complexity. This work shows that even within a standard five-stage pipeline, careful redesign of the decode and control stages can directly contribute to lower effective latency.</a:t>
            </a:r>
            <a:endParaRPr lang="en-IN" sz="1600" dirty="0">
              <a:effectLst/>
              <a:latin typeface="Times New Roman" panose="02020603050405020304" pitchFamily="18" charset="0"/>
              <a:ea typeface="Times New Roman" panose="02020603050405020304" pitchFamily="18" charset="0"/>
            </a:endParaRPr>
          </a:p>
          <a:p>
            <a:pPr marR="339725" algn="just">
              <a:lnSpc>
                <a:spcPct val="150000"/>
              </a:lnSpc>
              <a:spcBef>
                <a:spcPts val="810"/>
              </a:spcBef>
              <a:buNone/>
            </a:pPr>
            <a:r>
              <a:rPr lang="en-US" sz="1600" b="1" dirty="0">
                <a:solidFill>
                  <a:srgbClr val="0D0D0D"/>
                </a:solidFill>
                <a:effectLst/>
                <a:latin typeface="Times New Roman" panose="02020603050405020304" pitchFamily="18" charset="0"/>
                <a:ea typeface="Times New Roman" panose="02020603050405020304" pitchFamily="18" charset="0"/>
              </a:rPr>
              <a:t>Chang et al. – Configurable Five-Stage RV32IM Core</a:t>
            </a:r>
            <a:endParaRPr lang="en-IN" sz="1600" dirty="0">
              <a:effectLst/>
              <a:latin typeface="Times New Roman" panose="02020603050405020304" pitchFamily="18" charset="0"/>
              <a:ea typeface="Times New Roman" panose="02020603050405020304" pitchFamily="18" charset="0"/>
            </a:endParaRPr>
          </a:p>
          <a:p>
            <a:pPr marR="339725" algn="just">
              <a:lnSpc>
                <a:spcPct val="150000"/>
              </a:lnSpc>
              <a:spcBef>
                <a:spcPts val="810"/>
              </a:spcBef>
              <a:buNone/>
            </a:pPr>
            <a:r>
              <a:rPr lang="en-US" sz="1600" dirty="0">
                <a:solidFill>
                  <a:srgbClr val="0D0D0D"/>
                </a:solidFill>
                <a:effectLst/>
                <a:latin typeface="Times New Roman" panose="02020603050405020304" pitchFamily="18" charset="0"/>
                <a:ea typeface="Times New Roman" panose="02020603050405020304" pitchFamily="18" charset="0"/>
              </a:rPr>
              <a:t>Chang et al. designed a configurable five-stage pipeline processor core based on RV32IM, where the architecture can switch between a low-power mode (RV32I only) and a high-performance mode (with multiplication/division extension). The pipeline structure remains five stages, but several modules are configurable according to application needs. </a:t>
            </a:r>
            <a:endParaRPr lang="en-IN" sz="1600" dirty="0">
              <a:effectLst/>
              <a:latin typeface="Times New Roman" panose="02020603050405020304" pitchFamily="18" charset="0"/>
              <a:ea typeface="Times New Roman" panose="02020603050405020304" pitchFamily="18" charset="0"/>
            </a:endParaRPr>
          </a:p>
          <a:p>
            <a:pPr marL="114300" marR="340360" algn="just">
              <a:lnSpc>
                <a:spcPct val="150000"/>
              </a:lnSpc>
              <a:buNone/>
            </a:pPr>
            <a:endParaRPr lang="en-US" sz="1600" dirty="0">
              <a:latin typeface="Roboto Medium"/>
            </a:endParaRPr>
          </a:p>
        </p:txBody>
      </p:sp>
      <p:sp>
        <p:nvSpPr>
          <p:cNvPr id="7" name="Slide Number Placeholder 6">
            <a:extLst>
              <a:ext uri="{FF2B5EF4-FFF2-40B4-BE49-F238E27FC236}">
                <a16:creationId xmlns:a16="http://schemas.microsoft.com/office/drawing/2014/main" id="{9C9FEF8E-6B8C-C69C-FB8F-315A1E61A280}"/>
              </a:ext>
            </a:extLst>
          </p:cNvPr>
          <p:cNvSpPr>
            <a:spLocks noGrp="1"/>
          </p:cNvSpPr>
          <p:nvPr>
            <p:ph type="sldNum" sz="quarter" idx="14"/>
          </p:nvPr>
        </p:nvSpPr>
        <p:spPr/>
        <p:txBody>
          <a:bodyPr/>
          <a:lstStyle/>
          <a:p>
            <a:fld id="{45A3C14A-F937-4231-B6F1-40B429FAFB2F}" type="slidenum">
              <a:rPr lang="en-NZ" smtClean="0"/>
              <a:pPr/>
              <a:t>6</a:t>
            </a:fld>
            <a:endParaRPr lang="en-NZ" dirty="0"/>
          </a:p>
        </p:txBody>
      </p:sp>
    </p:spTree>
    <p:extLst>
      <p:ext uri="{BB962C8B-B14F-4D97-AF65-F5344CB8AC3E}">
        <p14:creationId xmlns:p14="http://schemas.microsoft.com/office/powerpoint/2010/main" val="4124202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400" b="1" dirty="0">
                <a:solidFill>
                  <a:srgbClr val="C00000"/>
                </a:solidFill>
                <a:latin typeface="Times New Roman" panose="02020603050405020304" pitchFamily="18" charset="0"/>
                <a:cs typeface="Times New Roman" panose="02020603050405020304" pitchFamily="18" charset="0"/>
              </a:rPr>
              <a:t>Problem statement</a:t>
            </a:r>
            <a:endParaRPr lang="en-US" sz="3400"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sz="quarter" idx="17"/>
          </p:nvPr>
        </p:nvSpPr>
        <p:spPr>
          <a:xfrm>
            <a:off x="192833" y="1243115"/>
            <a:ext cx="11582400" cy="4827240"/>
          </a:xfrm>
        </p:spPr>
        <p:txBody>
          <a:bodyPr/>
          <a:lstStyle/>
          <a:p>
            <a:pPr marL="342900" indent="-342900" algn="just">
              <a:lnSpc>
                <a:spcPct val="150000"/>
              </a:lnSpc>
              <a:buFont typeface="Arial" panose="020B0604020202020204" pitchFamily="34" charset="0"/>
              <a:buChar char="•"/>
            </a:pPr>
            <a:r>
              <a:rPr lang="en-US" sz="2200" dirty="0">
                <a:solidFill>
                  <a:srgbClr val="000000"/>
                </a:solidFill>
                <a:latin typeface="Times New Roman" panose="02020603050405020304" pitchFamily="18" charset="0"/>
                <a:ea typeface="Arial"/>
                <a:cs typeface="Times New Roman" panose="02020603050405020304" pitchFamily="18" charset="0"/>
                <a:sym typeface="Arial"/>
              </a:rPr>
              <a:t>Existing single-cycle or non-pipelined processors have higher latency.</a:t>
            </a:r>
          </a:p>
          <a:p>
            <a:pPr marL="342900" indent="-342900" algn="just">
              <a:lnSpc>
                <a:spcPct val="150000"/>
              </a:lnSpc>
              <a:buFont typeface="Arial" panose="020B0604020202020204" pitchFamily="34" charset="0"/>
              <a:buChar char="•"/>
            </a:pPr>
            <a:r>
              <a:rPr lang="en-US" sz="2200" dirty="0">
                <a:solidFill>
                  <a:srgbClr val="000000"/>
                </a:solidFill>
                <a:latin typeface="Times New Roman" panose="02020603050405020304" pitchFamily="18" charset="0"/>
                <a:ea typeface="Arial"/>
                <a:cs typeface="Times New Roman" panose="02020603050405020304" pitchFamily="18" charset="0"/>
                <a:sym typeface="Arial"/>
              </a:rPr>
              <a:t>To design and implement a low-latency, five-stage pipelined 32-bit RISC-V processor that minimizes pipeline hazards and maximizes instruction throughput while maintaining architectural simplicity and energy efficiency</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4"/>
          </p:nvPr>
        </p:nvSpPr>
        <p:spPr/>
        <p:txBody>
          <a:bodyPr/>
          <a:lstStyle/>
          <a:p>
            <a:fld id="{45A3C14A-F937-4231-B6F1-40B429FAFB2F}" type="slidenum">
              <a:rPr lang="en-NZ" smtClean="0"/>
              <a:pPr/>
              <a:t>7</a:t>
            </a:fld>
            <a:endParaRPr lang="en-NZ" dirty="0"/>
          </a:p>
        </p:txBody>
      </p:sp>
    </p:spTree>
    <p:extLst>
      <p:ext uri="{BB962C8B-B14F-4D97-AF65-F5344CB8AC3E}">
        <p14:creationId xmlns:p14="http://schemas.microsoft.com/office/powerpoint/2010/main" val="205314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37CF-B298-89A1-8186-649FF5F1CF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4D3B3BB-0431-EB68-371F-66E39116576D}"/>
              </a:ext>
            </a:extLst>
          </p:cNvPr>
          <p:cNvSpPr>
            <a:spLocks noGrp="1"/>
          </p:cNvSpPr>
          <p:nvPr>
            <p:ph type="title"/>
          </p:nvPr>
        </p:nvSpPr>
        <p:spPr/>
        <p:txBody>
          <a:bodyPr/>
          <a:lstStyle/>
          <a:p>
            <a:r>
              <a:rPr lang="en-US" sz="3400" b="1" dirty="0">
                <a:solidFill>
                  <a:srgbClr val="C00000"/>
                </a:solidFill>
                <a:latin typeface="Times New Roman" panose="02020603050405020304" pitchFamily="18" charset="0"/>
                <a:cs typeface="Times New Roman" panose="02020603050405020304" pitchFamily="18" charset="0"/>
              </a:rPr>
              <a:t>objectives</a:t>
            </a:r>
            <a:endParaRPr lang="en-US" sz="34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366EA8D7-697F-DB0A-E43C-D055E380E137}"/>
              </a:ext>
            </a:extLst>
          </p:cNvPr>
          <p:cNvSpPr txBox="1">
            <a:spLocks/>
          </p:cNvSpPr>
          <p:nvPr/>
        </p:nvSpPr>
        <p:spPr>
          <a:xfrm>
            <a:off x="838200" y="1219200"/>
            <a:ext cx="10515600" cy="4351338"/>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IN" sz="29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ADC6D15E-9CEF-C86E-A63F-E38E7EB28BE7}"/>
              </a:ext>
            </a:extLst>
          </p:cNvPr>
          <p:cNvSpPr>
            <a:spLocks noGrp="1"/>
          </p:cNvSpPr>
          <p:nvPr>
            <p:ph type="sldNum" sz="quarter" idx="14"/>
          </p:nvPr>
        </p:nvSpPr>
        <p:spPr/>
        <p:txBody>
          <a:bodyPr/>
          <a:lstStyle/>
          <a:p>
            <a:fld id="{45A3C14A-F937-4231-B6F1-40B429FAFB2F}" type="slidenum">
              <a:rPr lang="en-NZ" smtClean="0"/>
              <a:pPr/>
              <a:t>8</a:t>
            </a:fld>
            <a:endParaRPr lang="en-NZ" dirty="0"/>
          </a:p>
        </p:txBody>
      </p:sp>
      <p:sp>
        <p:nvSpPr>
          <p:cNvPr id="2" name="Content Placeholder 2">
            <a:extLst>
              <a:ext uri="{FF2B5EF4-FFF2-40B4-BE49-F238E27FC236}">
                <a16:creationId xmlns:a16="http://schemas.microsoft.com/office/drawing/2014/main" id="{4B057566-B52D-3FA6-E397-53279AC2832A}"/>
              </a:ext>
            </a:extLst>
          </p:cNvPr>
          <p:cNvSpPr txBox="1">
            <a:spLocks/>
          </p:cNvSpPr>
          <p:nvPr/>
        </p:nvSpPr>
        <p:spPr>
          <a:xfrm>
            <a:off x="990600" y="1371600"/>
            <a:ext cx="10515600" cy="4351338"/>
          </a:xfrm>
          <a:prstGeom prst="rect">
            <a:avLst/>
          </a:prstGeom>
        </p:spPr>
        <p:txBody>
          <a:bodyPr/>
          <a:lstStyle/>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Implement a 5-stage pipelined RISC-V 32-bit Processor.</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Achieve low-latency operation.</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Verify through simulation and synthesis.</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Compare performance with non-pipelined designs.</a:t>
            </a:r>
          </a:p>
          <a:p>
            <a:pPr marR="0" lvl="0" algn="l" defTabSz="914400" rtl="0" eaLnBrk="1" fontAlgn="auto" latinLnBrk="0" hangingPunct="1">
              <a:lnSpc>
                <a:spcPct val="150000"/>
              </a:lnSpc>
              <a:spcBef>
                <a:spcPts val="1000"/>
              </a:spcBef>
              <a:spcAft>
                <a:spcPts val="0"/>
              </a:spcAft>
              <a:buClrTx/>
              <a:buSzTx/>
              <a:tabLst/>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38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0BC1E-C846-A780-AB93-08BE8A38E85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5F1093-30BF-773B-AA28-D946369A087B}"/>
              </a:ext>
            </a:extLst>
          </p:cNvPr>
          <p:cNvSpPr>
            <a:spLocks noGrp="1"/>
          </p:cNvSpPr>
          <p:nvPr>
            <p:ph type="title"/>
          </p:nvPr>
        </p:nvSpPr>
        <p:spPr/>
        <p:txBody>
          <a:bodyPr/>
          <a:lstStyle/>
          <a:p>
            <a:r>
              <a:rPr lang="en-US" sz="3400" b="1" dirty="0">
                <a:solidFill>
                  <a:srgbClr val="C00000"/>
                </a:solidFill>
                <a:latin typeface="Times New Roman" panose="02020603050405020304" pitchFamily="18" charset="0"/>
                <a:cs typeface="Times New Roman" panose="02020603050405020304" pitchFamily="18" charset="0"/>
              </a:rPr>
              <a:t>Methodology</a:t>
            </a:r>
            <a:endParaRPr lang="en-US" sz="34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287EB10D-CB02-2241-DB68-BADC3988836A}"/>
              </a:ext>
            </a:extLst>
          </p:cNvPr>
          <p:cNvSpPr txBox="1">
            <a:spLocks/>
          </p:cNvSpPr>
          <p:nvPr/>
        </p:nvSpPr>
        <p:spPr>
          <a:xfrm>
            <a:off x="838200" y="1219200"/>
            <a:ext cx="10515600" cy="4351338"/>
          </a:xfrm>
          <a:prstGeom prst="rect">
            <a:avLst/>
          </a:prstGeo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IN" sz="29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A1DE396A-6086-7076-D671-E8A1A2F6C785}"/>
              </a:ext>
            </a:extLst>
          </p:cNvPr>
          <p:cNvSpPr>
            <a:spLocks noGrp="1"/>
          </p:cNvSpPr>
          <p:nvPr>
            <p:ph type="sldNum" sz="quarter" idx="14"/>
          </p:nvPr>
        </p:nvSpPr>
        <p:spPr/>
        <p:txBody>
          <a:bodyPr/>
          <a:lstStyle/>
          <a:p>
            <a:fld id="{45A3C14A-F937-4231-B6F1-40B429FAFB2F}" type="slidenum">
              <a:rPr lang="en-NZ" smtClean="0"/>
              <a:pPr/>
              <a:t>9</a:t>
            </a:fld>
            <a:endParaRPr lang="en-NZ" dirty="0"/>
          </a:p>
        </p:txBody>
      </p:sp>
      <p:sp>
        <p:nvSpPr>
          <p:cNvPr id="2" name="Content Placeholder 2">
            <a:extLst>
              <a:ext uri="{FF2B5EF4-FFF2-40B4-BE49-F238E27FC236}">
                <a16:creationId xmlns:a16="http://schemas.microsoft.com/office/drawing/2014/main" id="{F4351D86-BC0D-EADC-A672-A84A869617AC}"/>
              </a:ext>
            </a:extLst>
          </p:cNvPr>
          <p:cNvSpPr txBox="1">
            <a:spLocks/>
          </p:cNvSpPr>
          <p:nvPr/>
        </p:nvSpPr>
        <p:spPr>
          <a:xfrm>
            <a:off x="990600" y="1371600"/>
            <a:ext cx="10515600" cy="4351338"/>
          </a:xfrm>
          <a:prstGeom prst="rect">
            <a:avLst/>
          </a:prstGeom>
        </p:spPr>
        <p:txBody>
          <a:bodyPr/>
          <a:lstStyle/>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Study the RV32 instruction set.</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Design core pipeline stages: IF, ID, EX, MEM, WB.</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Implement forwarding and hazard detection units.</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Simulate using </a:t>
            </a:r>
            <a:r>
              <a:rPr lang="en-US" sz="2400" dirty="0" err="1">
                <a:latin typeface="Times New Roman" panose="02020603050405020304" pitchFamily="18" charset="0"/>
                <a:cs typeface="Times New Roman" panose="02020603050405020304" pitchFamily="18" charset="0"/>
              </a:rPr>
              <a:t>EdaPlayground</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Vivado</a:t>
            </a:r>
            <a:r>
              <a:rPr lang="en-US" sz="2400" dirty="0">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r>
              <a:rPr lang="en-US" sz="2400" dirty="0">
                <a:latin typeface="Times New Roman" panose="02020603050405020304" pitchFamily="18" charset="0"/>
                <a:cs typeface="Times New Roman" panose="02020603050405020304" pitchFamily="18" charset="0"/>
              </a:rPr>
              <a:t>Verify correctness and performance metrics (CPI, latency).</a:t>
            </a:r>
          </a:p>
          <a:p>
            <a:pPr marL="342900" marR="0" lvl="0" indent="-342900" algn="l" defTabSz="914400" rtl="0" eaLnBrk="1" fontAlgn="auto" latinLnBrk="0" hangingPunct="1">
              <a:lnSpc>
                <a:spcPct val="150000"/>
              </a:lnSpc>
              <a:spcBef>
                <a:spcPts val="1000"/>
              </a:spcBef>
              <a:spcAft>
                <a:spcPts val="0"/>
              </a:spcAft>
              <a:buClrTx/>
              <a:buSzTx/>
              <a:buFont typeface="Wingdings" panose="05000000000000000000" pitchFamily="2" charset="2"/>
              <a:buChar char="q"/>
              <a:tabLst/>
              <a:defRPr/>
            </a:pPr>
            <a:endParaRPr lang="en-US" sz="2400" dirty="0">
              <a:latin typeface="Times New Roman" panose="02020603050405020304" pitchFamily="18" charset="0"/>
              <a:cs typeface="Times New Roman" panose="02020603050405020304" pitchFamily="18" charset="0"/>
            </a:endParaRPr>
          </a:p>
          <a:p>
            <a:pPr marR="0" lvl="0" algn="l" defTabSz="914400" rtl="0" eaLnBrk="1" fontAlgn="auto" latinLnBrk="0" hangingPunct="1">
              <a:lnSpc>
                <a:spcPct val="150000"/>
              </a:lnSpc>
              <a:spcBef>
                <a:spcPts val="1000"/>
              </a:spcBef>
              <a:spcAft>
                <a:spcPts val="0"/>
              </a:spcAft>
              <a:buClrTx/>
              <a:buSzTx/>
              <a:tabLst/>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119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907906-B65E-FBFD-3C81-D48F7049891B}"/>
              </a:ext>
            </a:extLst>
          </p:cNvPr>
          <p:cNvSpPr>
            <a:spLocks noGrp="1"/>
          </p:cNvSpPr>
          <p:nvPr>
            <p:ph type="sldNum" sz="quarter" idx="14"/>
          </p:nvPr>
        </p:nvSpPr>
        <p:spPr/>
        <p:txBody>
          <a:bodyPr/>
          <a:lstStyle/>
          <a:p>
            <a:fld id="{45A3C14A-F937-4231-B6F1-40B429FAFB2F}" type="slidenum">
              <a:rPr lang="en-NZ" smtClean="0"/>
              <a:pPr/>
              <a:t>10</a:t>
            </a:fld>
            <a:endParaRPr lang="en-NZ" dirty="0"/>
          </a:p>
        </p:txBody>
      </p:sp>
      <p:sp>
        <p:nvSpPr>
          <p:cNvPr id="3" name="Title 2">
            <a:extLst>
              <a:ext uri="{FF2B5EF4-FFF2-40B4-BE49-F238E27FC236}">
                <a16:creationId xmlns:a16="http://schemas.microsoft.com/office/drawing/2014/main" id="{C8F6FB18-6637-AEFD-40B6-D87EF04D8A96}"/>
              </a:ext>
            </a:extLst>
          </p:cNvPr>
          <p:cNvSpPr>
            <a:spLocks noGrp="1"/>
          </p:cNvSpPr>
          <p:nvPr>
            <p:ph type="title"/>
          </p:nvPr>
        </p:nvSpPr>
        <p:spPr/>
        <p:txBody>
          <a:bodyPr/>
          <a:lstStyle/>
          <a:p>
            <a:r>
              <a:rPr lang="en-IN" b="1" dirty="0">
                <a:solidFill>
                  <a:srgbClr val="C00000"/>
                </a:solidFill>
              </a:rPr>
              <a:t>Project PROGRESS</a:t>
            </a:r>
          </a:p>
        </p:txBody>
      </p:sp>
      <p:sp>
        <p:nvSpPr>
          <p:cNvPr id="4" name="Text Placeholder 3">
            <a:extLst>
              <a:ext uri="{FF2B5EF4-FFF2-40B4-BE49-F238E27FC236}">
                <a16:creationId xmlns:a16="http://schemas.microsoft.com/office/drawing/2014/main" id="{32731EEE-85C8-859C-74F4-6AD655DB67E8}"/>
              </a:ext>
            </a:extLst>
          </p:cNvPr>
          <p:cNvSpPr>
            <a:spLocks noGrp="1"/>
          </p:cNvSpPr>
          <p:nvPr>
            <p:ph type="body" sz="quarter" idx="17"/>
          </p:nvPr>
        </p:nvSpPr>
        <p:spPr>
          <a:xfrm>
            <a:off x="695399" y="1524000"/>
            <a:ext cx="10801201" cy="4320480"/>
          </a:xfrm>
        </p:spPr>
        <p:txBody>
          <a:bodyPr/>
          <a:lstStyle/>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Completed design and verification of 32-bit Arithmetic Logic Unit (ALU).</a:t>
            </a:r>
          </a:p>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Implemented status flags (Zero, Carry, Overflow, etc.) for operation results.</a:t>
            </a:r>
          </a:p>
          <a:p>
            <a:pPr marL="342900" indent="-3429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Verified functionality through simulation.</a:t>
            </a:r>
          </a:p>
          <a:p>
            <a:pPr marL="0" indent="0">
              <a:buNone/>
            </a:pP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Times New Roman" panose="02020603050405020304" pitchFamily="18" charset="0"/>
                <a:cs typeface="Times New Roman" panose="02020603050405020304" pitchFamily="18" charset="0"/>
              </a:rPr>
              <a:t>Next Phase</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Begin RISC-V assembly level coding.</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Develop test programs to validate instruction execution and processor functionality.</a:t>
            </a:r>
          </a:p>
          <a:p>
            <a:pPr marL="342900" indent="-34290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720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1EA9A4-74FA-56AC-35A1-09D52CBB3A00}"/>
              </a:ext>
            </a:extLst>
          </p:cNvPr>
          <p:cNvSpPr>
            <a:spLocks noGrp="1"/>
          </p:cNvSpPr>
          <p:nvPr>
            <p:ph type="sldNum" sz="quarter" idx="14"/>
          </p:nvPr>
        </p:nvSpPr>
        <p:spPr/>
        <p:txBody>
          <a:bodyPr/>
          <a:lstStyle/>
          <a:p>
            <a:fld id="{45A3C14A-F937-4231-B6F1-40B429FAFB2F}" type="slidenum">
              <a:rPr lang="en-NZ" smtClean="0"/>
              <a:pPr/>
              <a:t>11</a:t>
            </a:fld>
            <a:endParaRPr lang="en-NZ" dirty="0"/>
          </a:p>
        </p:txBody>
      </p:sp>
      <p:sp>
        <p:nvSpPr>
          <p:cNvPr id="3" name="Title 2">
            <a:extLst>
              <a:ext uri="{FF2B5EF4-FFF2-40B4-BE49-F238E27FC236}">
                <a16:creationId xmlns:a16="http://schemas.microsoft.com/office/drawing/2014/main" id="{FA2BAA1D-FC68-375B-5D13-189DBA585DB0}"/>
              </a:ext>
            </a:extLst>
          </p:cNvPr>
          <p:cNvSpPr>
            <a:spLocks noGrp="1"/>
          </p:cNvSpPr>
          <p:nvPr>
            <p:ph type="title"/>
          </p:nvPr>
        </p:nvSpPr>
        <p:spPr/>
        <p:txBody>
          <a:bodyPr/>
          <a:lstStyle/>
          <a:p>
            <a:r>
              <a:rPr lang="en-IN" dirty="0"/>
              <a:t>CURRENT PROGRESS</a:t>
            </a:r>
          </a:p>
        </p:txBody>
      </p:sp>
      <p:pic>
        <p:nvPicPr>
          <p:cNvPr id="6" name="Picture 5">
            <a:extLst>
              <a:ext uri="{FF2B5EF4-FFF2-40B4-BE49-F238E27FC236}">
                <a16:creationId xmlns:a16="http://schemas.microsoft.com/office/drawing/2014/main" id="{4BA3B220-E6C6-BBEC-AF0D-2912A35F51D6}"/>
              </a:ext>
            </a:extLst>
          </p:cNvPr>
          <p:cNvPicPr>
            <a:picLocks noChangeAspect="1"/>
          </p:cNvPicPr>
          <p:nvPr/>
        </p:nvPicPr>
        <p:blipFill>
          <a:blip r:embed="rId2"/>
          <a:stretch>
            <a:fillRect/>
          </a:stretch>
        </p:blipFill>
        <p:spPr>
          <a:xfrm>
            <a:off x="457200" y="1333005"/>
            <a:ext cx="5950229" cy="4191989"/>
          </a:xfrm>
          <a:prstGeom prst="rect">
            <a:avLst/>
          </a:prstGeom>
        </p:spPr>
      </p:pic>
      <p:pic>
        <p:nvPicPr>
          <p:cNvPr id="8" name="Picture 7">
            <a:extLst>
              <a:ext uri="{FF2B5EF4-FFF2-40B4-BE49-F238E27FC236}">
                <a16:creationId xmlns:a16="http://schemas.microsoft.com/office/drawing/2014/main" id="{AFE8C8C8-7C71-4866-CB30-8575F1E57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4415" y="1638049"/>
            <a:ext cx="4944165" cy="3581900"/>
          </a:xfrm>
          <a:prstGeom prst="rect">
            <a:avLst/>
          </a:prstGeom>
        </p:spPr>
      </p:pic>
    </p:spTree>
    <p:extLst>
      <p:ext uri="{BB962C8B-B14F-4D97-AF65-F5344CB8AC3E}">
        <p14:creationId xmlns:p14="http://schemas.microsoft.com/office/powerpoint/2010/main" val="2217690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100F8-C1A8-736C-DA89-37260921C77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DBBEB1-3A00-BB9A-B7EC-2163D26FE1E8}"/>
              </a:ext>
            </a:extLst>
          </p:cNvPr>
          <p:cNvSpPr>
            <a:spLocks noGrp="1"/>
          </p:cNvSpPr>
          <p:nvPr>
            <p:ph type="title"/>
          </p:nvPr>
        </p:nvSpPr>
        <p:spPr>
          <a:xfrm>
            <a:off x="145345" y="187970"/>
            <a:ext cx="10048800" cy="838202"/>
          </a:xfrm>
        </p:spPr>
        <p:txBody>
          <a:bodyPr/>
          <a:lstStyle/>
          <a:p>
            <a:r>
              <a:rPr lang="en-IN" sz="3400" b="1" dirty="0">
                <a:solidFill>
                  <a:srgbClr val="C00000"/>
                </a:solidFill>
                <a:latin typeface="Times New Roman" panose="02020603050405020304" pitchFamily="18" charset="0"/>
                <a:cs typeface="Times New Roman" panose="02020603050405020304" pitchFamily="18" charset="0"/>
              </a:rPr>
              <a:t>Block diagram</a:t>
            </a:r>
            <a:endParaRPr lang="en-US" sz="34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C96B4365-6CC7-573A-8D85-FDC73D0C7258}"/>
              </a:ext>
            </a:extLst>
          </p:cNvPr>
          <p:cNvSpPr>
            <a:spLocks noGrp="1"/>
          </p:cNvSpPr>
          <p:nvPr>
            <p:ph type="sldNum" sz="quarter" idx="14"/>
          </p:nvPr>
        </p:nvSpPr>
        <p:spPr/>
        <p:txBody>
          <a:bodyPr/>
          <a:lstStyle/>
          <a:p>
            <a:fld id="{45A3C14A-F937-4231-B6F1-40B429FAFB2F}" type="slidenum">
              <a:rPr lang="en-NZ" smtClean="0"/>
              <a:pPr/>
              <a:t>12</a:t>
            </a:fld>
            <a:endParaRPr lang="en-NZ" dirty="0"/>
          </a:p>
        </p:txBody>
      </p:sp>
      <p:pic>
        <p:nvPicPr>
          <p:cNvPr id="19" name="Picture 18">
            <a:extLst>
              <a:ext uri="{FF2B5EF4-FFF2-40B4-BE49-F238E27FC236}">
                <a16:creationId xmlns:a16="http://schemas.microsoft.com/office/drawing/2014/main" id="{52898E2F-3225-5540-FECF-C9F975D31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345" y="756864"/>
            <a:ext cx="11349939" cy="5339136"/>
          </a:xfrm>
          <a:prstGeom prst="rect">
            <a:avLst/>
          </a:prstGeom>
        </p:spPr>
      </p:pic>
    </p:spTree>
    <p:extLst>
      <p:ext uri="{BB962C8B-B14F-4D97-AF65-F5344CB8AC3E}">
        <p14:creationId xmlns:p14="http://schemas.microsoft.com/office/powerpoint/2010/main" val="600956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3400" b="1" dirty="0">
                <a:solidFill>
                  <a:srgbClr val="C00000"/>
                </a:solidFill>
              </a:rPr>
              <a:t>Applications</a:t>
            </a:r>
            <a:endParaRPr lang="en-US" sz="3400" dirty="0"/>
          </a:p>
        </p:txBody>
      </p:sp>
      <p:sp>
        <p:nvSpPr>
          <p:cNvPr id="6" name="Text Placeholder 5"/>
          <p:cNvSpPr>
            <a:spLocks noGrp="1"/>
          </p:cNvSpPr>
          <p:nvPr>
            <p:ph type="body" sz="quarter" idx="17"/>
          </p:nvPr>
        </p:nvSpPr>
        <p:spPr>
          <a:xfrm>
            <a:off x="695400" y="1186101"/>
            <a:ext cx="10801201" cy="4320480"/>
          </a:xfrm>
        </p:spPr>
        <p:txBody>
          <a:bodyPr/>
          <a:lstStyle/>
          <a:p>
            <a:pPr>
              <a:buNone/>
            </a:pPr>
            <a:r>
              <a:rPr lang="en-US" b="1" dirty="0">
                <a:solidFill>
                  <a:schemeClr val="tx1"/>
                </a:solidFill>
                <a:latin typeface="Times New Roman" panose="02020603050405020304" pitchFamily="18" charset="0"/>
                <a:ea typeface="+mn-ea"/>
                <a:cs typeface="Times New Roman" panose="02020603050405020304" pitchFamily="18" charset="0"/>
              </a:rPr>
              <a:t>E</a:t>
            </a:r>
            <a:r>
              <a:rPr lang="en-US" b="1" dirty="0">
                <a:solidFill>
                  <a:schemeClr val="tx1"/>
                </a:solidFill>
                <a:latin typeface="Times New Roman" panose="02020603050405020304" pitchFamily="18" charset="0"/>
                <a:cs typeface="Times New Roman" panose="02020603050405020304" pitchFamily="18" charset="0"/>
              </a:rPr>
              <a:t>mbedded Systems and Controllers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Suitable for microcontroller-based applications including industrial automation, consumer electronics, and control systems due to its reduced latency and fast instruction execution</a:t>
            </a:r>
          </a:p>
          <a:p>
            <a:pPr>
              <a:buNone/>
            </a:pPr>
            <a:r>
              <a:rPr lang="en-US" b="1" dirty="0">
                <a:solidFill>
                  <a:schemeClr val="tx1"/>
                </a:solidFill>
                <a:latin typeface="Times New Roman" panose="02020603050405020304" pitchFamily="18" charset="0"/>
                <a:cs typeface="Times New Roman" panose="02020603050405020304" pitchFamily="18" charset="0"/>
              </a:rPr>
              <a:t>Real-Time Systems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Applications like robotics, drones, medical monitoring devices, and automotive electronics require quick instruction throughput and deterministic timing.</a:t>
            </a:r>
          </a:p>
          <a:p>
            <a:pPr>
              <a:buNone/>
            </a:pPr>
            <a:r>
              <a:rPr lang="en-US" b="1" dirty="0">
                <a:solidFill>
                  <a:schemeClr val="tx1"/>
                </a:solidFill>
                <a:latin typeface="Times New Roman" panose="02020603050405020304" pitchFamily="18" charset="0"/>
                <a:cs typeface="Times New Roman" panose="02020603050405020304" pitchFamily="18" charset="0"/>
              </a:rPr>
              <a:t>FPGA-based Accelerator Architectures</a:t>
            </a:r>
            <a:endParaRPr lang="en-US"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Can be integrated as a custom processing core inside FPGA-based systems to provide higher performance for AI, DSP, or multimedia tasks with specialized extensions.</a:t>
            </a:r>
          </a:p>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pPr marL="0" lvl="0" indent="0">
              <a:spcBef>
                <a:spcPts val="1000"/>
              </a:spcBef>
              <a:spcAft>
                <a:spcPts val="0"/>
              </a:spcAft>
              <a:buNone/>
            </a:pPr>
            <a:endParaRPr lang="en-US" dirty="0"/>
          </a:p>
        </p:txBody>
      </p:sp>
      <p:sp>
        <p:nvSpPr>
          <p:cNvPr id="7" name="Slide Number Placeholder 6"/>
          <p:cNvSpPr>
            <a:spLocks noGrp="1"/>
          </p:cNvSpPr>
          <p:nvPr>
            <p:ph type="sldNum" sz="quarter" idx="14"/>
          </p:nvPr>
        </p:nvSpPr>
        <p:spPr/>
        <p:txBody>
          <a:bodyPr/>
          <a:lstStyle/>
          <a:p>
            <a:fld id="{45A3C14A-F937-4231-B6F1-40B429FAFB2F}" type="slidenum">
              <a:rPr lang="en-NZ" smtClean="0"/>
              <a:pPr/>
              <a:t>13</a:t>
            </a:fld>
            <a:endParaRPr lang="en-NZ" dirty="0"/>
          </a:p>
        </p:txBody>
      </p:sp>
    </p:spTree>
    <p:extLst>
      <p:ext uri="{BB962C8B-B14F-4D97-AF65-F5344CB8AC3E}">
        <p14:creationId xmlns:p14="http://schemas.microsoft.com/office/powerpoint/2010/main" val="248601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42A2FF-DC9F-4E11-94A0-D00B78D6DB7E}"/>
              </a:ext>
            </a:extLst>
          </p:cNvPr>
          <p:cNvSpPr>
            <a:spLocks noGrp="1"/>
          </p:cNvSpPr>
          <p:nvPr>
            <p:ph type="sldNum" sz="quarter" idx="14"/>
          </p:nvPr>
        </p:nvSpPr>
        <p:spPr/>
        <p:txBody>
          <a:bodyPr/>
          <a:lstStyle/>
          <a:p>
            <a:fld id="{45A3C14A-F937-4231-B6F1-40B429FAFB2F}" type="slidenum">
              <a:rPr lang="en-NZ" smtClean="0"/>
              <a:pPr/>
              <a:t>14</a:t>
            </a:fld>
            <a:endParaRPr lang="en-NZ" dirty="0"/>
          </a:p>
        </p:txBody>
      </p:sp>
      <p:sp>
        <p:nvSpPr>
          <p:cNvPr id="3" name="Title 2">
            <a:extLst>
              <a:ext uri="{FF2B5EF4-FFF2-40B4-BE49-F238E27FC236}">
                <a16:creationId xmlns:a16="http://schemas.microsoft.com/office/drawing/2014/main" id="{715B343A-512C-49FE-9532-0BD693216650}"/>
              </a:ext>
            </a:extLst>
          </p:cNvPr>
          <p:cNvSpPr>
            <a:spLocks noGrp="1"/>
          </p:cNvSpPr>
          <p:nvPr>
            <p:ph type="title"/>
          </p:nvPr>
        </p:nvSpPr>
        <p:spPr/>
        <p:txBody>
          <a:bodyPr/>
          <a:lstStyle/>
          <a:p>
            <a:r>
              <a:rPr lang="en-GB" dirty="0">
                <a:solidFill>
                  <a:srgbClr val="C00000"/>
                </a:solidFill>
              </a:rPr>
              <a:t>SDG MAPPING</a:t>
            </a:r>
            <a:endParaRPr lang="en-IN" dirty="0">
              <a:solidFill>
                <a:srgbClr val="C00000"/>
              </a:solidFill>
            </a:endParaRPr>
          </a:p>
        </p:txBody>
      </p:sp>
      <p:sp>
        <p:nvSpPr>
          <p:cNvPr id="4" name="Text Placeholder 3">
            <a:extLst>
              <a:ext uri="{FF2B5EF4-FFF2-40B4-BE49-F238E27FC236}">
                <a16:creationId xmlns:a16="http://schemas.microsoft.com/office/drawing/2014/main" id="{0AFE1F96-59E3-411F-A89C-F44FEA3DA0DF}"/>
              </a:ext>
            </a:extLst>
          </p:cNvPr>
          <p:cNvSpPr>
            <a:spLocks noGrp="1"/>
          </p:cNvSpPr>
          <p:nvPr>
            <p:ph type="body" sz="quarter" idx="17"/>
          </p:nvPr>
        </p:nvSpPr>
        <p:spPr>
          <a:xfrm>
            <a:off x="457200" y="1143000"/>
            <a:ext cx="11039401" cy="4951416"/>
          </a:xfrm>
        </p:spPr>
        <p:txBody>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SDG-4: Quality Education</a:t>
            </a:r>
          </a:p>
          <a:p>
            <a:pPr marL="0" indent="0">
              <a:buNone/>
            </a:pPr>
            <a:r>
              <a:rPr lang="en-US" dirty="0">
                <a:solidFill>
                  <a:schemeClr val="tx1"/>
                </a:solidFill>
                <a:latin typeface="Times New Roman" panose="02020603050405020304" pitchFamily="18" charset="0"/>
                <a:cs typeface="Times New Roman" panose="02020603050405020304" pitchFamily="18" charset="0"/>
              </a:rPr>
              <a:t>Helps students gain knowledge in modern CPU design, microarchitecture, pipelining, and open-source hardware (RISC-V), enhancing technical education.</a:t>
            </a:r>
          </a:p>
          <a:p>
            <a:pPr marL="0" indent="0">
              <a:buNone/>
            </a:pPr>
            <a:r>
              <a:rPr lang="en-US" dirty="0">
                <a:solidFill>
                  <a:schemeClr val="tx1"/>
                </a:solidFill>
                <a:latin typeface="Times New Roman" panose="02020603050405020304" pitchFamily="18" charset="0"/>
                <a:cs typeface="Times New Roman" panose="02020603050405020304" pitchFamily="18" charset="0"/>
              </a:rPr>
              <a:t>SDG-9: Industry, Innovation and Infrastructure</a:t>
            </a:r>
          </a:p>
          <a:p>
            <a:pPr marL="0" indent="0">
              <a:buNone/>
            </a:pPr>
            <a:r>
              <a:rPr lang="en-US" dirty="0">
                <a:solidFill>
                  <a:schemeClr val="tx1"/>
                </a:solidFill>
                <a:latin typeface="Times New Roman" panose="02020603050405020304" pitchFamily="18" charset="0"/>
                <a:cs typeface="Times New Roman" panose="02020603050405020304" pitchFamily="18" charset="0"/>
              </a:rPr>
              <a:t>Contributes to innovation in processor architecture, supports research in custom SoC design, and advances embedded industry technology.</a:t>
            </a:r>
          </a:p>
          <a:p>
            <a:pPr marL="0" indent="0">
              <a:buNone/>
            </a:pPr>
            <a:r>
              <a:rPr lang="en-US" dirty="0">
                <a:solidFill>
                  <a:schemeClr val="tx1"/>
                </a:solidFill>
                <a:latin typeface="Times New Roman" panose="02020603050405020304" pitchFamily="18" charset="0"/>
                <a:cs typeface="Times New Roman" panose="02020603050405020304" pitchFamily="18" charset="0"/>
              </a:rPr>
              <a:t>SDG-8: Decent Work and Economic Growth</a:t>
            </a:r>
          </a:p>
          <a:p>
            <a:pPr marL="0" indent="0">
              <a:buNone/>
            </a:pPr>
            <a:r>
              <a:rPr lang="en-US" dirty="0">
                <a:solidFill>
                  <a:schemeClr val="tx1"/>
                </a:solidFill>
                <a:latin typeface="Times New Roman" panose="02020603050405020304" pitchFamily="18" charset="0"/>
                <a:cs typeface="Times New Roman" panose="02020603050405020304" pitchFamily="18" charset="0"/>
              </a:rPr>
              <a:t>Promotes semiconductor skills, hardware design expertise, and supports the growing RISC-V industry leading to employment opportunities.</a:t>
            </a: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38363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70A947-A616-385A-5A2A-DFF1870EE673}"/>
              </a:ext>
            </a:extLst>
          </p:cNvPr>
          <p:cNvSpPr>
            <a:spLocks noGrp="1"/>
          </p:cNvSpPr>
          <p:nvPr>
            <p:ph type="sldNum" sz="quarter" idx="14"/>
          </p:nvPr>
        </p:nvSpPr>
        <p:spPr/>
        <p:txBody>
          <a:bodyPr/>
          <a:lstStyle/>
          <a:p>
            <a:fld id="{45A3C14A-F937-4231-B6F1-40B429FAFB2F}" type="slidenum">
              <a:rPr lang="en-NZ" smtClean="0"/>
              <a:pPr/>
              <a:t>15</a:t>
            </a:fld>
            <a:endParaRPr lang="en-NZ" dirty="0"/>
          </a:p>
        </p:txBody>
      </p:sp>
      <p:sp>
        <p:nvSpPr>
          <p:cNvPr id="3" name="Title 2">
            <a:extLst>
              <a:ext uri="{FF2B5EF4-FFF2-40B4-BE49-F238E27FC236}">
                <a16:creationId xmlns:a16="http://schemas.microsoft.com/office/drawing/2014/main" id="{2621C20D-9112-D93D-FC3E-504A90400540}"/>
              </a:ext>
            </a:extLst>
          </p:cNvPr>
          <p:cNvSpPr>
            <a:spLocks noGrp="1"/>
          </p:cNvSpPr>
          <p:nvPr>
            <p:ph type="title"/>
          </p:nvPr>
        </p:nvSpPr>
        <p:spPr/>
        <p:txBody>
          <a:bodyPr/>
          <a:lstStyle/>
          <a:p>
            <a:r>
              <a:rPr lang="en-US" b="1" dirty="0">
                <a:solidFill>
                  <a:srgbClr val="C00000"/>
                </a:solidFill>
              </a:rPr>
              <a:t>O</a:t>
            </a:r>
            <a:r>
              <a:rPr lang="en-IN" b="1" dirty="0" err="1">
                <a:solidFill>
                  <a:srgbClr val="C00000"/>
                </a:solidFill>
              </a:rPr>
              <a:t>utput</a:t>
            </a:r>
            <a:r>
              <a:rPr lang="en-IN" b="1" dirty="0">
                <a:solidFill>
                  <a:srgbClr val="C00000"/>
                </a:solidFill>
              </a:rPr>
              <a:t> / Result</a:t>
            </a:r>
            <a:endParaRPr lang="en-IN" dirty="0"/>
          </a:p>
        </p:txBody>
      </p:sp>
      <p:pic>
        <p:nvPicPr>
          <p:cNvPr id="5" name="Picture 4">
            <a:extLst>
              <a:ext uri="{FF2B5EF4-FFF2-40B4-BE49-F238E27FC236}">
                <a16:creationId xmlns:a16="http://schemas.microsoft.com/office/drawing/2014/main" id="{82278116-BD28-1F6F-282F-98A1F0F5C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143000"/>
            <a:ext cx="11582400" cy="4738172"/>
          </a:xfrm>
          <a:prstGeom prst="rect">
            <a:avLst/>
          </a:prstGeom>
        </p:spPr>
      </p:pic>
    </p:spTree>
    <p:extLst>
      <p:ext uri="{BB962C8B-B14F-4D97-AF65-F5344CB8AC3E}">
        <p14:creationId xmlns:p14="http://schemas.microsoft.com/office/powerpoint/2010/main" val="1385855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AF8153-8291-5A5B-7B1F-CB5276C78052}"/>
              </a:ext>
            </a:extLst>
          </p:cNvPr>
          <p:cNvSpPr>
            <a:spLocks noGrp="1"/>
          </p:cNvSpPr>
          <p:nvPr>
            <p:ph type="sldNum" sz="quarter" idx="14"/>
          </p:nvPr>
        </p:nvSpPr>
        <p:spPr/>
        <p:txBody>
          <a:bodyPr/>
          <a:lstStyle/>
          <a:p>
            <a:fld id="{45A3C14A-F937-4231-B6F1-40B429FAFB2F}" type="slidenum">
              <a:rPr lang="en-NZ" smtClean="0"/>
              <a:pPr/>
              <a:t>16</a:t>
            </a:fld>
            <a:endParaRPr lang="en-NZ" dirty="0"/>
          </a:p>
        </p:txBody>
      </p:sp>
      <p:pic>
        <p:nvPicPr>
          <p:cNvPr id="8" name="Picture 7">
            <a:extLst>
              <a:ext uri="{FF2B5EF4-FFF2-40B4-BE49-F238E27FC236}">
                <a16:creationId xmlns:a16="http://schemas.microsoft.com/office/drawing/2014/main" id="{A2EBAAB1-C3D7-AE9D-C95D-8271283EF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381000"/>
            <a:ext cx="10591800" cy="5273130"/>
          </a:xfrm>
          <a:prstGeom prst="rect">
            <a:avLst/>
          </a:prstGeom>
        </p:spPr>
      </p:pic>
    </p:spTree>
    <p:extLst>
      <p:ext uri="{BB962C8B-B14F-4D97-AF65-F5344CB8AC3E}">
        <p14:creationId xmlns:p14="http://schemas.microsoft.com/office/powerpoint/2010/main" val="2708463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A5B47-94A3-5342-4468-2EA27DCB33EA}"/>
              </a:ext>
            </a:extLst>
          </p:cNvPr>
          <p:cNvSpPr>
            <a:spLocks noGrp="1"/>
          </p:cNvSpPr>
          <p:nvPr>
            <p:ph type="sldNum" sz="quarter" idx="14"/>
          </p:nvPr>
        </p:nvSpPr>
        <p:spPr/>
        <p:txBody>
          <a:bodyPr/>
          <a:lstStyle/>
          <a:p>
            <a:fld id="{45A3C14A-F937-4231-B6F1-40B429FAFB2F}" type="slidenum">
              <a:rPr lang="en-NZ" smtClean="0"/>
              <a:pPr/>
              <a:t>17</a:t>
            </a:fld>
            <a:endParaRPr lang="en-NZ" dirty="0"/>
          </a:p>
        </p:txBody>
      </p:sp>
      <p:sp>
        <p:nvSpPr>
          <p:cNvPr id="3" name="Title 2">
            <a:extLst>
              <a:ext uri="{FF2B5EF4-FFF2-40B4-BE49-F238E27FC236}">
                <a16:creationId xmlns:a16="http://schemas.microsoft.com/office/drawing/2014/main" id="{680FE19B-AEA0-7654-417C-C527C97DDAB6}"/>
              </a:ext>
            </a:extLst>
          </p:cNvPr>
          <p:cNvSpPr>
            <a:spLocks noGrp="1"/>
          </p:cNvSpPr>
          <p:nvPr>
            <p:ph type="title"/>
          </p:nvPr>
        </p:nvSpPr>
        <p:spPr>
          <a:xfrm>
            <a:off x="685800" y="152400"/>
            <a:ext cx="6211927" cy="838202"/>
          </a:xfrm>
        </p:spPr>
        <p:txBody>
          <a:bodyPr/>
          <a:lstStyle/>
          <a:p>
            <a:r>
              <a:rPr lang="en-IN" sz="3400" b="1" dirty="0">
                <a:solidFill>
                  <a:srgbClr val="C00000"/>
                </a:solidFill>
                <a:latin typeface="Times New Roman" panose="02020603050405020304" pitchFamily="18" charset="0"/>
                <a:cs typeface="Times New Roman" panose="02020603050405020304" pitchFamily="18" charset="0"/>
              </a:rPr>
              <a:t>CONCLUSION</a:t>
            </a:r>
            <a:endParaRPr lang="en-IN" sz="3400" dirty="0">
              <a:solidFill>
                <a:srgbClr val="C00000"/>
              </a:solidFill>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DA4D7A95-D382-B020-7C99-085C8E7958BC}"/>
              </a:ext>
            </a:extLst>
          </p:cNvPr>
          <p:cNvSpPr txBox="1">
            <a:spLocks/>
          </p:cNvSpPr>
          <p:nvPr/>
        </p:nvSpPr>
        <p:spPr bwMode="gray">
          <a:xfrm>
            <a:off x="1013173" y="3078482"/>
            <a:ext cx="10515600" cy="1325563"/>
          </a:xfrm>
          <a:prstGeom prst="rect">
            <a:avLst/>
          </a:prstGeom>
        </p:spPr>
        <p:txBody>
          <a:bodyPr anchor="ctr" anchorCtr="0">
            <a:noAutofit/>
          </a:bodyPr>
          <a:lstStyle>
            <a:lvl1pPr algn="l" defTabSz="914400" rtl="0" eaLnBrk="1" latinLnBrk="0" hangingPunct="1">
              <a:lnSpc>
                <a:spcPct val="90000"/>
              </a:lnSpc>
              <a:spcBef>
                <a:spcPct val="0"/>
              </a:spcBef>
              <a:buNone/>
              <a:defRPr sz="2800" kern="12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5" name="Title 2">
            <a:extLst>
              <a:ext uri="{FF2B5EF4-FFF2-40B4-BE49-F238E27FC236}">
                <a16:creationId xmlns:a16="http://schemas.microsoft.com/office/drawing/2014/main" id="{2DFE4142-157D-4A69-1E19-970F605BB663}"/>
              </a:ext>
            </a:extLst>
          </p:cNvPr>
          <p:cNvSpPr txBox="1">
            <a:spLocks/>
          </p:cNvSpPr>
          <p:nvPr/>
        </p:nvSpPr>
        <p:spPr bwMode="gray">
          <a:xfrm>
            <a:off x="828219" y="762000"/>
            <a:ext cx="10515600" cy="4343400"/>
          </a:xfrm>
          <a:prstGeom prst="rect">
            <a:avLst/>
          </a:prstGeom>
        </p:spPr>
        <p:txBody>
          <a:bodyPr anchor="ctr" anchorCtr="0">
            <a:noAutofit/>
          </a:bodyPr>
          <a:lstStyle>
            <a:lvl1pPr algn="l" defTabSz="914400" rtl="0" eaLnBrk="1" latinLnBrk="0" hangingPunct="1">
              <a:lnSpc>
                <a:spcPct val="90000"/>
              </a:lnSpc>
              <a:spcBef>
                <a:spcPct val="0"/>
              </a:spcBef>
              <a:buNone/>
              <a:defRPr sz="2800" kern="12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CCC45D8B-F11C-F461-78CD-F177D3B5EF68}"/>
              </a:ext>
            </a:extLst>
          </p:cNvPr>
          <p:cNvSpPr txBox="1">
            <a:spLocks/>
          </p:cNvSpPr>
          <p:nvPr/>
        </p:nvSpPr>
        <p:spPr>
          <a:xfrm>
            <a:off x="862177" y="872332"/>
            <a:ext cx="10515600" cy="4351338"/>
          </a:xfrm>
          <a:prstGeom prst="rect">
            <a:avLst/>
          </a:prstGeom>
        </p:spPr>
        <p:txBody>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have selected the Low-Latency Pipelined 32-bit RISC-V Processor as our major project to gain hands-on experience in modern CPU architecture and digital design principles. This project focuses on implementing a five-stage pipeline (Fetch, Decode, Execute, Memory Access, Write Back) to enhance instruction throughput and reduce execution latency, leveraging the open-source and modular nature of the RISC-V ISA.</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design and development are currently in progress, with emphasis on efficient pipelining, hazard detection, and data forwarding mechanisms. While the final implementation and simulation results are yet to be completed, we are confident in delivering a fully functional processor core that meets the defined performance and educational objectives. This project lays a strong foundation for future extensions such as branch prediction, SoC integration, and FPGA prototyping</a:t>
            </a:r>
          </a:p>
          <a:p>
            <a:pPr marR="0" lvl="0" algn="l" defTabSz="914400" rtl="0" eaLnBrk="1" fontAlgn="auto" latinLnBrk="0" hangingPunct="1">
              <a:lnSpc>
                <a:spcPct val="150000"/>
              </a:lnSpc>
              <a:spcBef>
                <a:spcPts val="1000"/>
              </a:spcBef>
              <a:spcAft>
                <a:spcPts val="0"/>
              </a:spcAft>
              <a:buClrTx/>
              <a:buSzTx/>
              <a:tabLst/>
              <a:defRPr/>
            </a:pPr>
            <a:r>
              <a:rPr lang="en-US" sz="2400" dirty="0">
                <a:latin typeface="Times New Roman" panose="02020603050405020304" pitchFamily="18" charset="0"/>
                <a:cs typeface="Times New Roman" panose="02020603050405020304" pitchFamily="18" charset="0"/>
              </a:rPr>
              <a:t> </a:t>
            </a:r>
          </a:p>
          <a:p>
            <a:pPr marR="0" lvl="0" algn="l" defTabSz="914400" rtl="0" eaLnBrk="1" fontAlgn="auto" latinLnBrk="0" hangingPunct="1">
              <a:lnSpc>
                <a:spcPct val="150000"/>
              </a:lnSpc>
              <a:spcBef>
                <a:spcPts val="1000"/>
              </a:spcBef>
              <a:spcAft>
                <a:spcPts val="0"/>
              </a:spcAft>
              <a:buClrTx/>
              <a:buSzTx/>
              <a:tabLst/>
              <a:defRP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865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sz="3400" b="1" dirty="0">
                <a:solidFill>
                  <a:srgbClr val="C00000"/>
                </a:solidFill>
              </a:rPr>
              <a:t>References</a:t>
            </a:r>
            <a:endParaRPr lang="en-US" sz="3400" dirty="0"/>
          </a:p>
        </p:txBody>
      </p:sp>
      <p:sp>
        <p:nvSpPr>
          <p:cNvPr id="7" name="Text Placeholder 6"/>
          <p:cNvSpPr>
            <a:spLocks noGrp="1"/>
          </p:cNvSpPr>
          <p:nvPr>
            <p:ph type="body" sz="quarter" idx="17"/>
          </p:nvPr>
        </p:nvSpPr>
        <p:spPr>
          <a:xfrm>
            <a:off x="734589" y="1173038"/>
            <a:ext cx="10801201" cy="4320480"/>
          </a:xfrm>
        </p:spPr>
        <p:txBody>
          <a:bodyPr/>
          <a:lstStyle/>
          <a:p>
            <a:pPr marL="342900" marR="344170" lvl="0" indent="-342900" algn="just">
              <a:lnSpc>
                <a:spcPct val="115000"/>
              </a:lnSpc>
              <a:spcBef>
                <a:spcPts val="5"/>
              </a:spcBef>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Patterson, D. A., &amp; Waterman, A., </a:t>
            </a:r>
            <a:r>
              <a:rPr lang="en-US" sz="1700" i="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“The RISC-V Reader: An Open Architecture Atlas,”</a:t>
            </a: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1st Edition, Strawberry Canyon LLC, 2017.</a:t>
            </a:r>
            <a:endParaRPr lang="en-IN"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342900" marR="344805" lvl="0" indent="-342900" algn="just">
              <a:lnSpc>
                <a:spcPct val="115000"/>
              </a:lnSpc>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Waterman, A., Asenova, K., </a:t>
            </a:r>
            <a:r>
              <a:rPr lang="en-US" sz="1700" i="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“The RISC-V Instruction Set Manual – Volume I: User-Level ISA,”</a:t>
            </a: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RISC-V Foundation, 2019.</a:t>
            </a:r>
            <a:endParaRPr lang="en-IN"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342900" marR="343535" lvl="0" indent="-342900" algn="just">
              <a:lnSpc>
                <a:spcPct val="115000"/>
              </a:lnSpc>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Harris, D. &amp; Harris, S., </a:t>
            </a:r>
            <a:r>
              <a:rPr lang="en-US" sz="1700" i="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“Digital Design and Computer Architecture – RISC-V Edition,”</a:t>
            </a: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Morgan Kaufmann, 2021.</a:t>
            </a:r>
            <a:endParaRPr lang="en-IN"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342900" marR="341630" lvl="0" indent="-342900" algn="just">
              <a:lnSpc>
                <a:spcPct val="115000"/>
              </a:lnSpc>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Hennessy, J. &amp; Patterson, D., </a:t>
            </a:r>
            <a:r>
              <a:rPr lang="en-US" sz="1700" i="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“Computer Architecture: A Quantitative Approach,”</a:t>
            </a: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6th Edition, Morgan Kaufmann, 2019.</a:t>
            </a:r>
            <a:endParaRPr lang="en-IN"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342900" marR="340995" lvl="0" indent="-342900" algn="just">
              <a:lnSpc>
                <a:spcPct val="115000"/>
              </a:lnSpc>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Miyazaki, H., Kanamori, T., Islam, M. A., &amp; Kise, K.  “ </a:t>
            </a:r>
            <a:r>
              <a:rPr lang="en-US" sz="1700" dirty="0" err="1">
                <a:solidFill>
                  <a:schemeClr val="tx1"/>
                </a:solidFill>
                <a:latin typeface="Times New Roman" panose="02020603050405020304" pitchFamily="18" charset="0"/>
                <a:ea typeface="Tahoma" panose="020B0604030504040204" pitchFamily="34" charset="0"/>
                <a:cs typeface="Times New Roman" panose="02020603050405020304" pitchFamily="18" charset="0"/>
              </a:rPr>
              <a:t>RVCore</a:t>
            </a: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 An optimized RISC-V soft processor of five-stage pipelining.” (2020) demonstrates a five-stage RV32I soft-core optimized for FPGAs, with improved operating frequency via instruction-fetch, ALU, and data-alignment optimizations.</a:t>
            </a:r>
            <a:endParaRPr lang="en-IN"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a:p>
            <a:pPr marL="342900" marR="342900" lvl="0" indent="-342900" algn="just">
              <a:lnSpc>
                <a:spcPct val="115000"/>
              </a:lnSpc>
              <a:buSzPts val="1200"/>
              <a:buFont typeface="Wingdings" panose="05000000000000000000" pitchFamily="2" charset="2"/>
              <a:buChar char=""/>
              <a:tabLst>
                <a:tab pos="571500" algn="l"/>
              </a:tabLst>
            </a:pPr>
            <a:r>
              <a:rPr lang="en-US" sz="17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Li, H., Jing, C., &amp; Liu, J. — “Performance-Optimized Design of the RISC-V Five-Stage Pipelined Processor NRP” (2024) — describes optimizations to instruction decode and branch handling to improve performance on a five-stage RV32I pipeline, with evaluation on FPGA</a:t>
            </a:r>
            <a:r>
              <a:rPr lang="en-US" sz="1700" dirty="0">
                <a:solidFill>
                  <a:schemeClr val="tx1"/>
                </a:solidFill>
                <a:latin typeface="Times New Roman" panose="02020603050405020304" pitchFamily="18" charset="0"/>
                <a:ea typeface="Wingdings" panose="05000000000000000000" pitchFamily="2" charset="2"/>
                <a:cs typeface="Times New Roman" panose="02020603050405020304" pitchFamily="18" charset="0"/>
              </a:rPr>
              <a:t>.</a:t>
            </a:r>
            <a:endParaRPr lang="en-IN" sz="1700" dirty="0">
              <a:solidFill>
                <a:schemeClr val="tx1"/>
              </a:solidFill>
              <a:latin typeface="Times New Roman" panose="02020603050405020304" pitchFamily="18" charset="0"/>
              <a:ea typeface="Wingdings" panose="05000000000000000000" pitchFamily="2" charset="2"/>
              <a:cs typeface="Times New Roman" panose="02020603050405020304" pitchFamily="18" charset="0"/>
            </a:endParaRPr>
          </a:p>
          <a:p>
            <a:endParaRPr lang="en-US" sz="1700" dirty="0">
              <a:solidFill>
                <a:schemeClr val="tx1"/>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4"/>
          </p:nvPr>
        </p:nvSpPr>
        <p:spPr/>
        <p:txBody>
          <a:bodyPr/>
          <a:lstStyle/>
          <a:p>
            <a:fld id="{45A3C14A-F937-4231-B6F1-40B429FAFB2F}" type="slidenum">
              <a:rPr lang="en-NZ" smtClean="0"/>
              <a:pPr/>
              <a:t>18</a:t>
            </a:fld>
            <a:endParaRPr lang="en-NZ" dirty="0"/>
          </a:p>
        </p:txBody>
      </p:sp>
    </p:spTree>
    <p:extLst>
      <p:ext uri="{BB962C8B-B14F-4D97-AF65-F5344CB8AC3E}">
        <p14:creationId xmlns:p14="http://schemas.microsoft.com/office/powerpoint/2010/main" val="571558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13173" y="3078482"/>
            <a:ext cx="10515600" cy="1325563"/>
          </a:xfrm>
        </p:spPr>
        <p:txBody>
          <a:bodyPr/>
          <a:lstStyle/>
          <a:p>
            <a:r>
              <a:rPr lang="en-US" sz="10100" dirty="0"/>
              <a:t>Thank</a:t>
            </a:r>
            <a:r>
              <a:rPr lang="en-US" sz="10000" dirty="0"/>
              <a:t> You…..</a:t>
            </a:r>
          </a:p>
        </p:txBody>
      </p:sp>
    </p:spTree>
  </p:cSld>
  <p:clrMapOvr>
    <a:masterClrMapping/>
  </p:clrMapOvr>
</p:sld>
</file>

<file path=ppt/theme/theme1.xml><?xml version="1.0" encoding="utf-8"?>
<a:theme xmlns:a="http://schemas.openxmlformats.org/drawingml/2006/main" name="REVA Powerpoint Template - NEW">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roko_LI master PPT template vs6_17 May" id="{612B838A-5E32-418B-B7C4-7EB4F3A298E7}" vid="{DD7C752D-2EC0-456A-A201-074024275761}"/>
    </a:ext>
  </a:extLst>
</a:theme>
</file>

<file path=ppt/theme/theme2.xml><?xml version="1.0" encoding="utf-8"?>
<a:theme xmlns:a="http://schemas.openxmlformats.org/drawingml/2006/main" name="Agenda">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edia / Video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py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py and Imag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ble &amp; Graphs Slide">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Flow Slides">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hank You ">
  <a:themeElements>
    <a:clrScheme name="Lexus 3">
      <a:dk1>
        <a:srgbClr val="000000"/>
      </a:dk1>
      <a:lt1>
        <a:srgbClr val="FFFFFF"/>
      </a:lt1>
      <a:dk2>
        <a:srgbClr val="44546A"/>
      </a:dk2>
      <a:lt2>
        <a:srgbClr val="E7E6E6"/>
      </a:lt2>
      <a:accent1>
        <a:srgbClr val="5B9BD5"/>
      </a:accent1>
      <a:accent2>
        <a:srgbClr val="0082B2"/>
      </a:accent2>
      <a:accent3>
        <a:srgbClr val="70AD47"/>
      </a:accent3>
      <a:accent4>
        <a:srgbClr val="A8B654"/>
      </a:accent4>
      <a:accent5>
        <a:srgbClr val="F8F8AD"/>
      </a:accent5>
      <a:accent6>
        <a:srgbClr val="CAB6D8"/>
      </a:accent6>
      <a:hlink>
        <a:srgbClr val="48367D"/>
      </a:hlink>
      <a:folHlink>
        <a:srgbClr val="A5A5A5"/>
      </a:folHlink>
    </a:clrScheme>
    <a:fontScheme name="ユーザー定義 1">
      <a:majorFont>
        <a:latin typeface="Nobel-Book"/>
        <a:ea typeface="レクサスロダン Pro L"/>
        <a:cs typeface=""/>
      </a:majorFont>
      <a:minorFont>
        <a:latin typeface="Nobel-Book"/>
        <a:ea typeface="レクサスロダン Pro 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SP_Nobel">
      <a:majorFont>
        <a:latin typeface="Nobel-Book"/>
        <a:ea typeface="ＭＳ Ｐゴシック"/>
        <a:cs typeface=""/>
      </a:majorFont>
      <a:minorFont>
        <a:latin typeface="Nobel-Book"/>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60ADC236C7AC742BB0BFCA0FFECEA3A" ma:contentTypeVersion="0" ma:contentTypeDescription="Create a new document." ma:contentTypeScope="" ma:versionID="6b302963b2d4f2b039b5a5db900d0a6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916671-0E7D-4594-8037-60C70BF44351}">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F9AE24FE-195A-4977-9740-21B0E7B6E428}">
  <ds:schemaRefs>
    <ds:schemaRef ds:uri="http://schemas.microsoft.com/sharepoint/v3/contenttype/forms"/>
  </ds:schemaRefs>
</ds:datastoreItem>
</file>

<file path=customXml/itemProps3.xml><?xml version="1.0" encoding="utf-8"?>
<ds:datastoreItem xmlns:ds="http://schemas.openxmlformats.org/officeDocument/2006/customXml" ds:itemID="{5A6C91B7-41B2-43A3-A2C0-738920E68A3E}">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REVA REVISED TEMPLATE (1)</Template>
  <TotalTime>2146</TotalTime>
  <Words>1266</Words>
  <Application>Microsoft Office PowerPoint</Application>
  <PresentationFormat>Widescreen</PresentationFormat>
  <Paragraphs>107</Paragraphs>
  <Slides>19</Slides>
  <Notes>0</Notes>
  <HiddenSlides>0</HiddenSlides>
  <MMClips>0</MMClips>
  <ScaleCrop>false</ScaleCrop>
  <HeadingPairs>
    <vt:vector size="6" baseType="variant">
      <vt:variant>
        <vt:lpstr>Fonts Used</vt:lpstr>
      </vt:variant>
      <vt:variant>
        <vt:i4>5</vt:i4>
      </vt:variant>
      <vt:variant>
        <vt:lpstr>Theme</vt:lpstr>
      </vt:variant>
      <vt:variant>
        <vt:i4>9</vt:i4>
      </vt:variant>
      <vt:variant>
        <vt:lpstr>Slide Titles</vt:lpstr>
      </vt:variant>
      <vt:variant>
        <vt:i4>19</vt:i4>
      </vt:variant>
    </vt:vector>
  </HeadingPairs>
  <TitlesOfParts>
    <vt:vector size="33" baseType="lpstr">
      <vt:lpstr>Arial</vt:lpstr>
      <vt:lpstr>Nobel-Book</vt:lpstr>
      <vt:lpstr>Roboto Medium</vt:lpstr>
      <vt:lpstr>Times New Roman</vt:lpstr>
      <vt:lpstr>Wingdings</vt:lpstr>
      <vt:lpstr>REVA Powerpoint Template - NEW</vt:lpstr>
      <vt:lpstr>Agenda</vt:lpstr>
      <vt:lpstr>Divider</vt:lpstr>
      <vt:lpstr>Media / Video Slide</vt:lpstr>
      <vt:lpstr>Copy Slides</vt:lpstr>
      <vt:lpstr>Copy and Image</vt:lpstr>
      <vt:lpstr>Table &amp; Graphs Slide</vt:lpstr>
      <vt:lpstr>Flow Slides</vt:lpstr>
      <vt:lpstr>Thank You </vt:lpstr>
      <vt:lpstr>Low-Latency Pipelined RISC-V 32-bit Processor</vt:lpstr>
      <vt:lpstr>Contents</vt:lpstr>
      <vt:lpstr>Abstract</vt:lpstr>
      <vt:lpstr>Introduction</vt:lpstr>
      <vt:lpstr>Literature Survey</vt:lpstr>
      <vt:lpstr>Literature Survey</vt:lpstr>
      <vt:lpstr>Problem statement</vt:lpstr>
      <vt:lpstr>objectives</vt:lpstr>
      <vt:lpstr>Methodology</vt:lpstr>
      <vt:lpstr>Project PROGRESS</vt:lpstr>
      <vt:lpstr>CURRENT PROGRESS</vt:lpstr>
      <vt:lpstr>Block diagram</vt:lpstr>
      <vt:lpstr>Applications</vt:lpstr>
      <vt:lpstr>SDG MAPPING</vt:lpstr>
      <vt:lpstr>Output / Result</vt:lpstr>
      <vt:lpstr>PowerPoint Presentation</vt:lpstr>
      <vt:lpstr>CONCLUSION</vt:lpstr>
      <vt:lpstr>References</vt:lpstr>
      <vt:lpstr>Thank You…..</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Databases and Conceptual Modelling</dc:title>
  <dc:creator>USER</dc:creator>
  <cp:lastModifiedBy>Nagachandra dodwad</cp:lastModifiedBy>
  <cp:revision>142</cp:revision>
  <cp:lastPrinted>2018-09-28T07:11:06Z</cp:lastPrinted>
  <dcterms:created xsi:type="dcterms:W3CDTF">2020-08-18T04:48:01Z</dcterms:created>
  <dcterms:modified xsi:type="dcterms:W3CDTF">2026-04-11T01:52:59Z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0x010100B60ADC236C7AC742BB0BFCA0FFECEA3A</vt:lpwstr>
  </property>
</Properties>
</file>